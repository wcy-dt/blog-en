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62" r:id="rId3"/>
    <p:sldId id="263" r:id="rId4"/>
    <p:sldId id="266" r:id="rId5"/>
    <p:sldId id="265" r:id="rId6"/>
    <p:sldId id="360" r:id="rId7"/>
    <p:sldId id="361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" id="{EDAE617B-E6B7-4A55-94E6-40644991DD9F}">
          <p14:sldIdLst>
            <p14:sldId id="256"/>
          </p14:sldIdLst>
        </p14:section>
        <p14:section name="zkp" id="{86E37129-3064-4D02-A5DC-A0C44F0C1DA7}">
          <p14:sldIdLst>
            <p14:sldId id="262"/>
          </p14:sldIdLst>
        </p14:section>
        <p14:section name="diff" id="{60738F3E-6908-4BFB-822A-877E595ACCBB}">
          <p14:sldIdLst>
            <p14:sldId id="263"/>
            <p14:sldId id="266"/>
            <p14:sldId id="265"/>
          </p14:sldIdLst>
        </p14:section>
        <p14:section name="spring pendulum" id="{6419F944-29C7-4384-BD65-88F1EC262B60}">
          <p14:sldIdLst>
            <p14:sldId id="360"/>
          </p14:sldIdLst>
        </p14:section>
        <p14:section name="gfw" id="{C1A71B46-EEE1-450C-8826-CBA9682ABE64}">
          <p14:sldIdLst>
            <p14:sldId id="3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74514"/>
    <a:srgbClr val="FDEFE8"/>
    <a:srgbClr val="F0835C"/>
    <a:srgbClr val="F8CCB9"/>
    <a:srgbClr val="5D1709"/>
    <a:srgbClr val="A32D0F"/>
    <a:srgbClr val="E6E6E6"/>
    <a:srgbClr val="FEF8F6"/>
    <a:srgbClr val="0000FF"/>
    <a:srgbClr val="A3D8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92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72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86B6ED-9BC9-4179-BE80-E98EF60EDDEC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061E2C-CA68-4232-9C74-8E875AE686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43855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061E2C-CA68-4232-9C74-8E875AE686D0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24587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模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2FCD059F-A8AB-41FE-BBF0-196298E44A3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2000">
                <a:srgbClr val="F8CCB9"/>
              </a:gs>
              <a:gs pos="46000">
                <a:srgbClr val="F0835C"/>
              </a:gs>
              <a:gs pos="75000">
                <a:srgbClr val="A32D0F"/>
              </a:gs>
              <a:gs pos="61000">
                <a:srgbClr val="D74514"/>
              </a:gs>
              <a:gs pos="18000">
                <a:srgbClr val="FDEFE8"/>
              </a:gs>
              <a:gs pos="5000">
                <a:srgbClr val="FEF8F6"/>
              </a:gs>
              <a:gs pos="89000">
                <a:srgbClr val="5D1709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9336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普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81821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39728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Relationship Id="rId9" Type="http://schemas.openxmlformats.org/officeDocument/2006/relationships/image" Target="../media/image18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6.png"/><Relationship Id="rId13" Type="http://schemas.openxmlformats.org/officeDocument/2006/relationships/image" Target="../media/image871.png"/><Relationship Id="rId3" Type="http://schemas.openxmlformats.org/officeDocument/2006/relationships/image" Target="../media/image861.png"/><Relationship Id="rId7" Type="http://schemas.openxmlformats.org/officeDocument/2006/relationships/image" Target="../media/image865.png"/><Relationship Id="rId12" Type="http://schemas.openxmlformats.org/officeDocument/2006/relationships/image" Target="../media/image870.png"/><Relationship Id="rId2" Type="http://schemas.openxmlformats.org/officeDocument/2006/relationships/image" Target="../media/image8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64.png"/><Relationship Id="rId11" Type="http://schemas.openxmlformats.org/officeDocument/2006/relationships/image" Target="../media/image869.png"/><Relationship Id="rId5" Type="http://schemas.openxmlformats.org/officeDocument/2006/relationships/image" Target="../media/image863.png"/><Relationship Id="rId10" Type="http://schemas.openxmlformats.org/officeDocument/2006/relationships/image" Target="../media/image868.png"/><Relationship Id="rId4" Type="http://schemas.openxmlformats.org/officeDocument/2006/relationships/image" Target="../media/image862.png"/><Relationship Id="rId9" Type="http://schemas.openxmlformats.org/officeDocument/2006/relationships/image" Target="../media/image86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36B4B66D-00D1-4CD6-BF87-3EF7B493831D}"/>
              </a:ext>
            </a:extLst>
          </p:cNvPr>
          <p:cNvSpPr/>
          <p:nvPr/>
        </p:nvSpPr>
        <p:spPr>
          <a:xfrm>
            <a:off x="1329179" y="782425"/>
            <a:ext cx="3431357" cy="754144"/>
          </a:xfrm>
          <a:prstGeom prst="rect">
            <a:avLst/>
          </a:prstGeom>
          <a:solidFill>
            <a:srgbClr val="5D17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048DF31-6289-4126-A557-54A52335C745}"/>
              </a:ext>
            </a:extLst>
          </p:cNvPr>
          <p:cNvSpPr/>
          <p:nvPr/>
        </p:nvSpPr>
        <p:spPr>
          <a:xfrm>
            <a:off x="1329178" y="1536569"/>
            <a:ext cx="3431357" cy="754144"/>
          </a:xfrm>
          <a:prstGeom prst="rect">
            <a:avLst/>
          </a:prstGeom>
          <a:solidFill>
            <a:srgbClr val="A32D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4A68C4C-40E8-4B9F-8F1C-F61CFC9CB46C}"/>
              </a:ext>
            </a:extLst>
          </p:cNvPr>
          <p:cNvSpPr/>
          <p:nvPr/>
        </p:nvSpPr>
        <p:spPr>
          <a:xfrm>
            <a:off x="1329178" y="2290713"/>
            <a:ext cx="3431357" cy="754144"/>
          </a:xfrm>
          <a:prstGeom prst="rect">
            <a:avLst/>
          </a:prstGeom>
          <a:solidFill>
            <a:srgbClr val="D745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662999B-D921-4BF3-AB7D-1010AA7B66BA}"/>
              </a:ext>
            </a:extLst>
          </p:cNvPr>
          <p:cNvSpPr/>
          <p:nvPr/>
        </p:nvSpPr>
        <p:spPr>
          <a:xfrm>
            <a:off x="1329177" y="3044857"/>
            <a:ext cx="3431357" cy="754144"/>
          </a:xfrm>
          <a:prstGeom prst="rect">
            <a:avLst/>
          </a:prstGeom>
          <a:solidFill>
            <a:srgbClr val="F083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5D170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3E2BD89-BBF6-4217-9E8B-E83648D439BC}"/>
              </a:ext>
            </a:extLst>
          </p:cNvPr>
          <p:cNvSpPr/>
          <p:nvPr/>
        </p:nvSpPr>
        <p:spPr>
          <a:xfrm>
            <a:off x="1329176" y="3799001"/>
            <a:ext cx="3431357" cy="754144"/>
          </a:xfrm>
          <a:prstGeom prst="rect">
            <a:avLst/>
          </a:prstGeom>
          <a:solidFill>
            <a:srgbClr val="F8CC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5D170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7E0C3BC-493F-4CFA-87A5-CD3C7693D745}"/>
              </a:ext>
            </a:extLst>
          </p:cNvPr>
          <p:cNvSpPr/>
          <p:nvPr/>
        </p:nvSpPr>
        <p:spPr>
          <a:xfrm>
            <a:off x="1329175" y="4553145"/>
            <a:ext cx="3431357" cy="754144"/>
          </a:xfrm>
          <a:prstGeom prst="rect">
            <a:avLst/>
          </a:prstGeom>
          <a:solidFill>
            <a:srgbClr val="FDEF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5D170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1C80C8E-31B4-4201-8E7F-48C5E87D113B}"/>
              </a:ext>
            </a:extLst>
          </p:cNvPr>
          <p:cNvSpPr/>
          <p:nvPr/>
        </p:nvSpPr>
        <p:spPr>
          <a:xfrm>
            <a:off x="1329175" y="5307289"/>
            <a:ext cx="3431357" cy="754144"/>
          </a:xfrm>
          <a:prstGeom prst="rect">
            <a:avLst/>
          </a:prstGeom>
          <a:solidFill>
            <a:srgbClr val="FEF8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5D170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E831CBD-072E-48CD-BB56-04BDE67B1594}"/>
              </a:ext>
            </a:extLst>
          </p:cNvPr>
          <p:cNvSpPr txBox="1"/>
          <p:nvPr/>
        </p:nvSpPr>
        <p:spPr>
          <a:xfrm>
            <a:off x="6334807" y="974831"/>
            <a:ext cx="3431357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dirty="0">
                <a:solidFill>
                  <a:srgbClr val="5D170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文本框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0A9C558-B3CD-437A-9AC7-ADC3439D40BE}"/>
              </a:ext>
            </a:extLst>
          </p:cNvPr>
          <p:cNvSpPr txBox="1"/>
          <p:nvPr/>
        </p:nvSpPr>
        <p:spPr>
          <a:xfrm>
            <a:off x="6334807" y="5684361"/>
            <a:ext cx="3431357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文本框</a:t>
            </a: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5576B9F3-5824-4CD7-A6EB-A32117DC2F5A}"/>
              </a:ext>
            </a:extLst>
          </p:cNvPr>
          <p:cNvCxnSpPr/>
          <p:nvPr/>
        </p:nvCxnSpPr>
        <p:spPr>
          <a:xfrm>
            <a:off x="6693025" y="1762812"/>
            <a:ext cx="2714919" cy="0"/>
          </a:xfrm>
          <a:prstGeom prst="straightConnector1">
            <a:avLst/>
          </a:prstGeom>
          <a:ln w="25400">
            <a:solidFill>
              <a:srgbClr val="5D1709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832B4CAB-1831-4A13-B14E-63DC0CA6E65E}"/>
              </a:ext>
            </a:extLst>
          </p:cNvPr>
          <p:cNvCxnSpPr/>
          <p:nvPr/>
        </p:nvCxnSpPr>
        <p:spPr>
          <a:xfrm>
            <a:off x="6693024" y="1983306"/>
            <a:ext cx="2714919" cy="0"/>
          </a:xfrm>
          <a:prstGeom prst="straightConnector1">
            <a:avLst/>
          </a:prstGeom>
          <a:ln w="25400">
            <a:solidFill>
              <a:srgbClr val="5D1709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连接符: 肘形 17">
            <a:extLst>
              <a:ext uri="{FF2B5EF4-FFF2-40B4-BE49-F238E27FC236}">
                <a16:creationId xmlns:a16="http://schemas.microsoft.com/office/drawing/2014/main" id="{F474EFA0-D528-4256-A5BD-2C7070BF6E21}"/>
              </a:ext>
            </a:extLst>
          </p:cNvPr>
          <p:cNvCxnSpPr>
            <a:cxnSpLocks/>
          </p:cNvCxnSpPr>
          <p:nvPr/>
        </p:nvCxnSpPr>
        <p:spPr>
          <a:xfrm>
            <a:off x="6693024" y="2290713"/>
            <a:ext cx="2714919" cy="520581"/>
          </a:xfrm>
          <a:prstGeom prst="bentConnector3">
            <a:avLst>
              <a:gd name="adj1" fmla="val 66482"/>
            </a:avLst>
          </a:prstGeom>
          <a:ln w="25400">
            <a:solidFill>
              <a:srgbClr val="5D1709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连接符: 肘形 19">
            <a:extLst>
              <a:ext uri="{FF2B5EF4-FFF2-40B4-BE49-F238E27FC236}">
                <a16:creationId xmlns:a16="http://schemas.microsoft.com/office/drawing/2014/main" id="{71997674-EC6B-4777-8AD9-55825FD0111B}"/>
              </a:ext>
            </a:extLst>
          </p:cNvPr>
          <p:cNvCxnSpPr>
            <a:cxnSpLocks/>
          </p:cNvCxnSpPr>
          <p:nvPr/>
        </p:nvCxnSpPr>
        <p:spPr>
          <a:xfrm>
            <a:off x="6693024" y="2598119"/>
            <a:ext cx="2714919" cy="520581"/>
          </a:xfrm>
          <a:prstGeom prst="bentConnector3">
            <a:avLst>
              <a:gd name="adj1" fmla="val 41759"/>
            </a:avLst>
          </a:prstGeom>
          <a:ln w="25400">
            <a:solidFill>
              <a:srgbClr val="5D1709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>
            <a:extLst>
              <a:ext uri="{FF2B5EF4-FFF2-40B4-BE49-F238E27FC236}">
                <a16:creationId xmlns:a16="http://schemas.microsoft.com/office/drawing/2014/main" id="{EE03FF52-EB07-40E9-B703-8D32ED2B30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1450" y="3854394"/>
            <a:ext cx="1541717" cy="1541717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76CAC018-073D-472E-8DB5-2D1F7A33C3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3076" y="2087550"/>
            <a:ext cx="1541717" cy="1541717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B72A8F32-6A4A-4CC6-8883-6F9C27BBE32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9659" y="320706"/>
            <a:ext cx="1541717" cy="1541717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13ED6AB9-7432-4D22-827F-E543A988A8D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7593" y="4558735"/>
            <a:ext cx="1202772" cy="1202772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61019E9E-7EFB-4E59-A585-2DC557DAD9A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7201" y="4584403"/>
            <a:ext cx="1239986" cy="1239986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C1244215-9D5A-42DA-9274-0E8D7774554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6831" y="3256873"/>
            <a:ext cx="1239986" cy="1239986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476F2239-A940-4A95-BB9B-C9781289218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1005" y="3306906"/>
            <a:ext cx="1239986" cy="1239986"/>
          </a:xfrm>
          <a:prstGeom prst="rect">
            <a:avLst/>
          </a:prstGeom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5BED8997-23BF-41D6-A773-644DF08F7C7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2325" y="3310081"/>
            <a:ext cx="1239986" cy="1239986"/>
          </a:xfrm>
          <a:prstGeom prst="rect">
            <a:avLst/>
          </a:prstGeom>
        </p:spPr>
      </p:pic>
      <p:pic>
        <p:nvPicPr>
          <p:cNvPr id="32" name="图片 31">
            <a:extLst>
              <a:ext uri="{FF2B5EF4-FFF2-40B4-BE49-F238E27FC236}">
                <a16:creationId xmlns:a16="http://schemas.microsoft.com/office/drawing/2014/main" id="{00D04BD9-A53D-41E0-9AE4-916AC290FC7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3088" y="3395894"/>
            <a:ext cx="1239986" cy="1239986"/>
          </a:xfrm>
          <a:prstGeom prst="rect">
            <a:avLst/>
          </a:prstGeom>
        </p:spPr>
      </p:pic>
      <p:sp>
        <p:nvSpPr>
          <p:cNvPr id="25" name="文本框 24">
            <a:extLst>
              <a:ext uri="{FF2B5EF4-FFF2-40B4-BE49-F238E27FC236}">
                <a16:creationId xmlns:a16="http://schemas.microsoft.com/office/drawing/2014/main" id="{573A949A-9A4E-483F-AF71-CA11F0425987}"/>
              </a:ext>
            </a:extLst>
          </p:cNvPr>
          <p:cNvSpPr txBox="1"/>
          <p:nvPr/>
        </p:nvSpPr>
        <p:spPr>
          <a:xfrm>
            <a:off x="4760532" y="6075575"/>
            <a:ext cx="2996993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①②③④⑤⑥⑦⑧⑨</a:t>
            </a:r>
            <a:endParaRPr lang="en-US" altLang="zh-CN" sz="16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  <a:cs typeface="Courier New" panose="02070309020205020404" pitchFamily="49" charset="0"/>
            </a:endParaRPr>
          </a:p>
          <a:p>
            <a:pPr algn="ctr"/>
            <a:r>
              <a:rPr lang="zh-CN" altLang="en-US" sz="1600" dirty="0">
                <a:solidFill>
                  <a:schemeClr val="bg1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❶❷❸❹❺❻❼❽❾</a:t>
            </a:r>
          </a:p>
        </p:txBody>
      </p:sp>
      <p:pic>
        <p:nvPicPr>
          <p:cNvPr id="11" name="图片 10" descr="防火墙">
            <a:extLst>
              <a:ext uri="{FF2B5EF4-FFF2-40B4-BE49-F238E27FC236}">
                <a16:creationId xmlns:a16="http://schemas.microsoft.com/office/drawing/2014/main" id="{907DFBA6-087E-DD03-D40D-0E178E0C723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4609" y="4591748"/>
            <a:ext cx="1202772" cy="1202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3992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组合 46">
            <a:extLst>
              <a:ext uri="{FF2B5EF4-FFF2-40B4-BE49-F238E27FC236}">
                <a16:creationId xmlns:a16="http://schemas.microsoft.com/office/drawing/2014/main" id="{546601F7-CF9D-41C2-A134-F1B617F17EA1}"/>
              </a:ext>
            </a:extLst>
          </p:cNvPr>
          <p:cNvGrpSpPr/>
          <p:nvPr/>
        </p:nvGrpSpPr>
        <p:grpSpPr>
          <a:xfrm>
            <a:off x="490462" y="2985770"/>
            <a:ext cx="10758388" cy="2036862"/>
            <a:chOff x="490462" y="2985770"/>
            <a:chExt cx="10758388" cy="2036862"/>
          </a:xfrm>
        </p:grpSpPr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B5280831-19D0-4C78-B560-4A9DD5279545}"/>
                </a:ext>
              </a:extLst>
            </p:cNvPr>
            <p:cNvGrpSpPr/>
            <p:nvPr/>
          </p:nvGrpSpPr>
          <p:grpSpPr>
            <a:xfrm>
              <a:off x="490462" y="2985770"/>
              <a:ext cx="3049116" cy="2036862"/>
              <a:chOff x="490462" y="2985770"/>
              <a:chExt cx="3049116" cy="2036862"/>
            </a:xfrm>
          </p:grpSpPr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63D33325-5005-4664-A711-E804F2ED442C}"/>
                  </a:ext>
                </a:extLst>
              </p:cNvPr>
              <p:cNvSpPr/>
              <p:nvPr/>
            </p:nvSpPr>
            <p:spPr>
              <a:xfrm>
                <a:off x="490462" y="3785870"/>
                <a:ext cx="1218082" cy="451044"/>
              </a:xfrm>
              <a:prstGeom prst="rect">
                <a:avLst/>
              </a:prstGeom>
              <a:gradFill flip="none" rotWithShape="1">
                <a:gsLst>
                  <a:gs pos="0">
                    <a:schemeClr val="bg1"/>
                  </a:gs>
                  <a:gs pos="62000">
                    <a:srgbClr val="D74514"/>
                  </a:gs>
                  <a:gs pos="100000">
                    <a:srgbClr val="D74514"/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" name="椭圆 2">
                <a:extLst>
                  <a:ext uri="{FF2B5EF4-FFF2-40B4-BE49-F238E27FC236}">
                    <a16:creationId xmlns:a16="http://schemas.microsoft.com/office/drawing/2014/main" id="{E7ECECFA-1CAF-4E17-854E-6CC9B242BD24}"/>
                  </a:ext>
                </a:extLst>
              </p:cNvPr>
              <p:cNvSpPr/>
              <p:nvPr/>
            </p:nvSpPr>
            <p:spPr>
              <a:xfrm>
                <a:off x="1502716" y="2985770"/>
                <a:ext cx="2036862" cy="2036862"/>
              </a:xfrm>
              <a:prstGeom prst="ellipse">
                <a:avLst/>
              </a:prstGeom>
              <a:solidFill>
                <a:srgbClr val="D745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" name="椭圆 3">
                <a:extLst>
                  <a:ext uri="{FF2B5EF4-FFF2-40B4-BE49-F238E27FC236}">
                    <a16:creationId xmlns:a16="http://schemas.microsoft.com/office/drawing/2014/main" id="{306071CC-0BAD-4851-9B62-7B9418100497}"/>
                  </a:ext>
                </a:extLst>
              </p:cNvPr>
              <p:cNvSpPr/>
              <p:nvPr/>
            </p:nvSpPr>
            <p:spPr>
              <a:xfrm>
                <a:off x="1914373" y="3402351"/>
                <a:ext cx="1218082" cy="121808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6" name="直接连接符 5">
                <a:extLst>
                  <a:ext uri="{FF2B5EF4-FFF2-40B4-BE49-F238E27FC236}">
                    <a16:creationId xmlns:a16="http://schemas.microsoft.com/office/drawing/2014/main" id="{2E2B800F-5691-4E8C-A29E-95C585E598C9}"/>
                  </a:ext>
                </a:extLst>
              </p:cNvPr>
              <p:cNvCxnSpPr>
                <a:stCxn id="3" idx="6"/>
                <a:endCxn id="4" idx="6"/>
              </p:cNvCxnSpPr>
              <p:nvPr/>
            </p:nvCxnSpPr>
            <p:spPr>
              <a:xfrm flipH="1">
                <a:off x="3132455" y="4004201"/>
                <a:ext cx="407123" cy="7191"/>
              </a:xfrm>
              <a:prstGeom prst="line">
                <a:avLst/>
              </a:prstGeom>
              <a:ln w="38100">
                <a:solidFill>
                  <a:srgbClr val="F8CCB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B38FC8D6-9E17-42E8-9FA1-7570F39804BC}"/>
                  </a:ext>
                </a:extLst>
              </p:cNvPr>
              <p:cNvSpPr txBox="1"/>
              <p:nvPr/>
            </p:nvSpPr>
            <p:spPr>
              <a:xfrm>
                <a:off x="3169799" y="3631981"/>
                <a:ext cx="332434" cy="307777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sz="1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</a:t>
                </a:r>
                <a:endParaRPr lang="zh-CN" altLang="en-US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EFACEE6D-EF6E-49E4-A484-345590BAC2BB}"/>
                  </a:ext>
                </a:extLst>
              </p:cNvPr>
              <p:cNvSpPr txBox="1"/>
              <p:nvPr/>
            </p:nvSpPr>
            <p:spPr>
              <a:xfrm>
                <a:off x="3169799" y="4075835"/>
                <a:ext cx="332434" cy="307777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sz="1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</a:t>
                </a:r>
                <a:endParaRPr lang="zh-CN" altLang="en-US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0" name="弧形 9">
              <a:extLst>
                <a:ext uri="{FF2B5EF4-FFF2-40B4-BE49-F238E27FC236}">
                  <a16:creationId xmlns:a16="http://schemas.microsoft.com/office/drawing/2014/main" id="{7A236AE8-52B6-47A3-BBF9-BD107C8CE1AA}"/>
                </a:ext>
              </a:extLst>
            </p:cNvPr>
            <p:cNvSpPr/>
            <p:nvPr/>
          </p:nvSpPr>
          <p:spPr>
            <a:xfrm>
              <a:off x="1745888" y="3195638"/>
              <a:ext cx="1611675" cy="1609725"/>
            </a:xfrm>
            <a:prstGeom prst="arc">
              <a:avLst>
                <a:gd name="adj1" fmla="val 8028946"/>
                <a:gd name="adj2" fmla="val 13683166"/>
              </a:avLst>
            </a:prstGeom>
            <a:ln w="38100">
              <a:solidFill>
                <a:srgbClr val="F0835C"/>
              </a:solidFill>
              <a:prstDash val="sysDash"/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4767594E-4BBF-4A3C-8915-6B25859C7836}"/>
                </a:ext>
              </a:extLst>
            </p:cNvPr>
            <p:cNvCxnSpPr>
              <a:stCxn id="2" idx="1"/>
            </p:cNvCxnSpPr>
            <p:nvPr/>
          </p:nvCxnSpPr>
          <p:spPr>
            <a:xfrm flipV="1">
              <a:off x="490462" y="4004201"/>
              <a:ext cx="1255426" cy="7191"/>
            </a:xfrm>
            <a:prstGeom prst="line">
              <a:avLst/>
            </a:prstGeom>
            <a:ln w="38100">
              <a:gradFill flip="none" rotWithShape="1">
                <a:gsLst>
                  <a:gs pos="57000">
                    <a:srgbClr val="F0835C"/>
                  </a:gs>
                  <a:gs pos="0">
                    <a:schemeClr val="bg1"/>
                  </a:gs>
                  <a:gs pos="100000">
                    <a:srgbClr val="F0835C"/>
                  </a:gs>
                </a:gsLst>
                <a:lin ang="0" scaled="1"/>
                <a:tileRect/>
              </a:gra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4" name="图形 13" descr="女性形象 纯色填充">
              <a:extLst>
                <a:ext uri="{FF2B5EF4-FFF2-40B4-BE49-F238E27FC236}">
                  <a16:creationId xmlns:a16="http://schemas.microsoft.com/office/drawing/2014/main" id="{DE8E2FE5-C23B-40F1-9F53-B3DF2351CA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989908" y="4291637"/>
              <a:ext cx="359781" cy="359781"/>
            </a:xfrm>
            <a:prstGeom prst="rect">
              <a:avLst/>
            </a:prstGeom>
          </p:spPr>
        </p:pic>
        <p:pic>
          <p:nvPicPr>
            <p:cNvPr id="16" name="图形 15" descr="男性形象 纯色填充">
              <a:extLst>
                <a:ext uri="{FF2B5EF4-FFF2-40B4-BE49-F238E27FC236}">
                  <a16:creationId xmlns:a16="http://schemas.microsoft.com/office/drawing/2014/main" id="{CEB318FD-867B-4D02-9CAA-961B72C2288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36808" y="3315095"/>
              <a:ext cx="359781" cy="359781"/>
            </a:xfrm>
            <a:prstGeom prst="rect">
              <a:avLst/>
            </a:prstGeom>
          </p:spPr>
        </p:pic>
        <p:pic>
          <p:nvPicPr>
            <p:cNvPr id="18" name="图形 17" descr="沙漏已完成 纯色填充">
              <a:extLst>
                <a:ext uri="{FF2B5EF4-FFF2-40B4-BE49-F238E27FC236}">
                  <a16:creationId xmlns:a16="http://schemas.microsoft.com/office/drawing/2014/main" id="{75F5F24B-064F-43F6-9411-D7311EF31EF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43150" y="3276576"/>
              <a:ext cx="251549" cy="251549"/>
            </a:xfrm>
            <a:prstGeom prst="rect">
              <a:avLst/>
            </a:prstGeom>
          </p:spPr>
        </p:pic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6970EE03-25B0-40AB-A8CD-D98E1BB62AE2}"/>
                </a:ext>
              </a:extLst>
            </p:cNvPr>
            <p:cNvGrpSpPr/>
            <p:nvPr/>
          </p:nvGrpSpPr>
          <p:grpSpPr>
            <a:xfrm>
              <a:off x="4368645" y="2985770"/>
              <a:ext cx="3049116" cy="2036862"/>
              <a:chOff x="490462" y="2985770"/>
              <a:chExt cx="3049116" cy="2036862"/>
            </a:xfrm>
          </p:grpSpPr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FECF140C-A4BB-4066-8E37-7B60CBCEE76B}"/>
                  </a:ext>
                </a:extLst>
              </p:cNvPr>
              <p:cNvSpPr/>
              <p:nvPr/>
            </p:nvSpPr>
            <p:spPr>
              <a:xfrm>
                <a:off x="490462" y="3785870"/>
                <a:ext cx="1218082" cy="451044"/>
              </a:xfrm>
              <a:prstGeom prst="rect">
                <a:avLst/>
              </a:prstGeom>
              <a:gradFill flip="none" rotWithShape="1">
                <a:gsLst>
                  <a:gs pos="0">
                    <a:schemeClr val="bg1"/>
                  </a:gs>
                  <a:gs pos="62000">
                    <a:srgbClr val="D74514"/>
                  </a:gs>
                  <a:gs pos="100000">
                    <a:srgbClr val="D74514"/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" name="椭圆 20">
                <a:extLst>
                  <a:ext uri="{FF2B5EF4-FFF2-40B4-BE49-F238E27FC236}">
                    <a16:creationId xmlns:a16="http://schemas.microsoft.com/office/drawing/2014/main" id="{119A954E-73C2-4E82-AC34-BF1940B392A3}"/>
                  </a:ext>
                </a:extLst>
              </p:cNvPr>
              <p:cNvSpPr/>
              <p:nvPr/>
            </p:nvSpPr>
            <p:spPr>
              <a:xfrm>
                <a:off x="1502716" y="2985770"/>
                <a:ext cx="2036862" cy="2036862"/>
              </a:xfrm>
              <a:prstGeom prst="ellipse">
                <a:avLst/>
              </a:prstGeom>
              <a:solidFill>
                <a:srgbClr val="D745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" name="椭圆 21">
                <a:extLst>
                  <a:ext uri="{FF2B5EF4-FFF2-40B4-BE49-F238E27FC236}">
                    <a16:creationId xmlns:a16="http://schemas.microsoft.com/office/drawing/2014/main" id="{174C158C-A688-41AB-8D78-8C9C503ABC7C}"/>
                  </a:ext>
                </a:extLst>
              </p:cNvPr>
              <p:cNvSpPr/>
              <p:nvPr/>
            </p:nvSpPr>
            <p:spPr>
              <a:xfrm>
                <a:off x="1914373" y="3402351"/>
                <a:ext cx="1218082" cy="121808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C4E8F75A-B6E3-4654-BE41-D488FC9DA568}"/>
                  </a:ext>
                </a:extLst>
              </p:cNvPr>
              <p:cNvCxnSpPr>
                <a:stCxn id="21" idx="6"/>
                <a:endCxn id="22" idx="6"/>
              </p:cNvCxnSpPr>
              <p:nvPr/>
            </p:nvCxnSpPr>
            <p:spPr>
              <a:xfrm flipH="1">
                <a:off x="3132455" y="4004201"/>
                <a:ext cx="407123" cy="7191"/>
              </a:xfrm>
              <a:prstGeom prst="line">
                <a:avLst/>
              </a:prstGeom>
              <a:ln w="38100">
                <a:solidFill>
                  <a:srgbClr val="F8CCB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13DF5B0D-139B-48E9-B977-5799757F4A2D}"/>
                  </a:ext>
                </a:extLst>
              </p:cNvPr>
              <p:cNvSpPr txBox="1"/>
              <p:nvPr/>
            </p:nvSpPr>
            <p:spPr>
              <a:xfrm>
                <a:off x="3169799" y="3631981"/>
                <a:ext cx="332434" cy="307777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sz="1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</a:t>
                </a:r>
                <a:endParaRPr lang="zh-CN" altLang="en-US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EF581402-6110-4C72-9B77-50A022DDFB3B}"/>
                  </a:ext>
                </a:extLst>
              </p:cNvPr>
              <p:cNvSpPr txBox="1"/>
              <p:nvPr/>
            </p:nvSpPr>
            <p:spPr>
              <a:xfrm>
                <a:off x="3169799" y="4075835"/>
                <a:ext cx="332434" cy="307777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sz="1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</a:t>
                </a:r>
                <a:endParaRPr lang="zh-CN" altLang="en-US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28" name="图形 27" descr="女性形象 纯色填充">
              <a:extLst>
                <a:ext uri="{FF2B5EF4-FFF2-40B4-BE49-F238E27FC236}">
                  <a16:creationId xmlns:a16="http://schemas.microsoft.com/office/drawing/2014/main" id="{1D1A933F-6919-4348-8B62-B5B004277FA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868091" y="4291637"/>
              <a:ext cx="359781" cy="359781"/>
            </a:xfrm>
            <a:prstGeom prst="rect">
              <a:avLst/>
            </a:prstGeom>
          </p:spPr>
        </p:pic>
        <p:pic>
          <p:nvPicPr>
            <p:cNvPr id="29" name="图形 28" descr="男性形象 纯色填充">
              <a:extLst>
                <a:ext uri="{FF2B5EF4-FFF2-40B4-BE49-F238E27FC236}">
                  <a16:creationId xmlns:a16="http://schemas.microsoft.com/office/drawing/2014/main" id="{8F8CB2CA-F43C-4796-BEC7-11BEBDA8FC5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425509" y="3820609"/>
              <a:ext cx="359781" cy="359781"/>
            </a:xfrm>
            <a:prstGeom prst="rect">
              <a:avLst/>
            </a:prstGeom>
          </p:spPr>
        </p:pic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1CCB1048-4ED8-4544-BC59-936EE94B9875}"/>
                </a:ext>
              </a:extLst>
            </p:cNvPr>
            <p:cNvSpPr/>
            <p:nvPr/>
          </p:nvSpPr>
          <p:spPr>
            <a:xfrm>
              <a:off x="8199734" y="3785870"/>
              <a:ext cx="1218082" cy="451044"/>
            </a:xfrm>
            <a:prstGeom prst="rect">
              <a:avLst/>
            </a:prstGeom>
            <a:gradFill flip="none" rotWithShape="1">
              <a:gsLst>
                <a:gs pos="0">
                  <a:schemeClr val="bg1"/>
                </a:gs>
                <a:gs pos="62000">
                  <a:srgbClr val="D74514"/>
                </a:gs>
                <a:gs pos="100000">
                  <a:srgbClr val="D74514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椭圆 32">
              <a:extLst>
                <a:ext uri="{FF2B5EF4-FFF2-40B4-BE49-F238E27FC236}">
                  <a16:creationId xmlns:a16="http://schemas.microsoft.com/office/drawing/2014/main" id="{249E77E2-688A-4721-A4BB-5CD167E90B96}"/>
                </a:ext>
              </a:extLst>
            </p:cNvPr>
            <p:cNvSpPr/>
            <p:nvPr/>
          </p:nvSpPr>
          <p:spPr>
            <a:xfrm>
              <a:off x="9211988" y="2985770"/>
              <a:ext cx="2036862" cy="2036862"/>
            </a:xfrm>
            <a:prstGeom prst="ellipse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060A8731-E02D-4AC2-BDEC-C77F42ED9597}"/>
                </a:ext>
              </a:extLst>
            </p:cNvPr>
            <p:cNvSpPr/>
            <p:nvPr/>
          </p:nvSpPr>
          <p:spPr>
            <a:xfrm>
              <a:off x="9623645" y="3402351"/>
              <a:ext cx="1218082" cy="121808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3B260679-C5E0-44F1-AF9D-40AAC83910D9}"/>
                </a:ext>
              </a:extLst>
            </p:cNvPr>
            <p:cNvCxnSpPr>
              <a:stCxn id="33" idx="6"/>
              <a:endCxn id="34" idx="6"/>
            </p:cNvCxnSpPr>
            <p:nvPr/>
          </p:nvCxnSpPr>
          <p:spPr>
            <a:xfrm flipH="1">
              <a:off x="10841727" y="4004201"/>
              <a:ext cx="407123" cy="7191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弧形 37">
              <a:extLst>
                <a:ext uri="{FF2B5EF4-FFF2-40B4-BE49-F238E27FC236}">
                  <a16:creationId xmlns:a16="http://schemas.microsoft.com/office/drawing/2014/main" id="{CBC03646-32C4-499D-9540-D733C015FE0B}"/>
                </a:ext>
              </a:extLst>
            </p:cNvPr>
            <p:cNvSpPr/>
            <p:nvPr/>
          </p:nvSpPr>
          <p:spPr>
            <a:xfrm>
              <a:off x="9455160" y="3195638"/>
              <a:ext cx="1611675" cy="1609725"/>
            </a:xfrm>
            <a:prstGeom prst="arc">
              <a:avLst>
                <a:gd name="adj1" fmla="val 12251481"/>
                <a:gd name="adj2" fmla="val 2283126"/>
              </a:avLst>
            </a:prstGeom>
            <a:ln w="38100">
              <a:solidFill>
                <a:srgbClr val="F0835C"/>
              </a:solidFill>
              <a:prstDash val="sysDash"/>
              <a:headEnd type="triangl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对话气泡: 椭圆形 42">
              <a:extLst>
                <a:ext uri="{FF2B5EF4-FFF2-40B4-BE49-F238E27FC236}">
                  <a16:creationId xmlns:a16="http://schemas.microsoft.com/office/drawing/2014/main" id="{6B7544B0-1261-4FB7-9CDD-E1E812F48F24}"/>
                </a:ext>
              </a:extLst>
            </p:cNvPr>
            <p:cNvSpPr/>
            <p:nvPr/>
          </p:nvSpPr>
          <p:spPr>
            <a:xfrm>
              <a:off x="5901966" y="3784808"/>
              <a:ext cx="589962" cy="394520"/>
            </a:xfrm>
            <a:prstGeom prst="wedgeEllipseCallout">
              <a:avLst>
                <a:gd name="adj1" fmla="val -75513"/>
                <a:gd name="adj2" fmla="val 24816"/>
              </a:avLst>
            </a:prstGeom>
            <a:solidFill>
              <a:srgbClr val="F8CCB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A!</a:t>
              </a:r>
              <a:endParaRPr lang="zh-CN" altLang="en-US" sz="1600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44" name="图形 43" descr="男性形象 纯色填充">
              <a:extLst>
                <a:ext uri="{FF2B5EF4-FFF2-40B4-BE49-F238E27FC236}">
                  <a16:creationId xmlns:a16="http://schemas.microsoft.com/office/drawing/2014/main" id="{0307CD05-B181-4FCA-8901-3C491DA95C5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275269" y="3827905"/>
              <a:ext cx="359781" cy="359781"/>
            </a:xfrm>
            <a:prstGeom prst="rect">
              <a:avLst/>
            </a:prstGeom>
          </p:spPr>
        </p:pic>
        <p:sp>
          <p:nvSpPr>
            <p:cNvPr id="45" name="箭头: 右 44">
              <a:extLst>
                <a:ext uri="{FF2B5EF4-FFF2-40B4-BE49-F238E27FC236}">
                  <a16:creationId xmlns:a16="http://schemas.microsoft.com/office/drawing/2014/main" id="{A38B5701-116C-4604-8038-7BAAE27E1890}"/>
                </a:ext>
              </a:extLst>
            </p:cNvPr>
            <p:cNvSpPr/>
            <p:nvPr/>
          </p:nvSpPr>
          <p:spPr>
            <a:xfrm>
              <a:off x="3692816" y="3784808"/>
              <a:ext cx="554243" cy="451044"/>
            </a:xfrm>
            <a:prstGeom prst="rightArrow">
              <a:avLst/>
            </a:prstGeom>
            <a:solidFill>
              <a:srgbClr val="5D17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箭头: 右 45">
              <a:extLst>
                <a:ext uri="{FF2B5EF4-FFF2-40B4-BE49-F238E27FC236}">
                  <a16:creationId xmlns:a16="http://schemas.microsoft.com/office/drawing/2014/main" id="{3939AD7A-A53D-4952-81E5-2F97BFCC32A9}"/>
                </a:ext>
              </a:extLst>
            </p:cNvPr>
            <p:cNvSpPr/>
            <p:nvPr/>
          </p:nvSpPr>
          <p:spPr>
            <a:xfrm>
              <a:off x="7581229" y="3785870"/>
              <a:ext cx="554243" cy="451044"/>
            </a:xfrm>
            <a:prstGeom prst="rightArrow">
              <a:avLst/>
            </a:prstGeom>
            <a:solidFill>
              <a:srgbClr val="5D17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10973907-AB38-4442-A98D-76AA56F6F5BB}"/>
                </a:ext>
              </a:extLst>
            </p:cNvPr>
            <p:cNvSpPr txBox="1"/>
            <p:nvPr/>
          </p:nvSpPr>
          <p:spPr>
            <a:xfrm>
              <a:off x="10879071" y="3631981"/>
              <a:ext cx="332434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5C74E1C4-5F34-4E61-820D-54CD5B5B5126}"/>
                </a:ext>
              </a:extLst>
            </p:cNvPr>
            <p:cNvSpPr txBox="1"/>
            <p:nvPr/>
          </p:nvSpPr>
          <p:spPr>
            <a:xfrm>
              <a:off x="10879071" y="4075835"/>
              <a:ext cx="332434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40" name="图形 39" descr="女性形象 纯色填充">
              <a:extLst>
                <a:ext uri="{FF2B5EF4-FFF2-40B4-BE49-F238E27FC236}">
                  <a16:creationId xmlns:a16="http://schemas.microsoft.com/office/drawing/2014/main" id="{8F084F28-200A-4F82-A6A1-40DD01F1AD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699180" y="4291637"/>
              <a:ext cx="359781" cy="35978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723119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9" name="组合 328">
            <a:extLst>
              <a:ext uri="{FF2B5EF4-FFF2-40B4-BE49-F238E27FC236}">
                <a16:creationId xmlns:a16="http://schemas.microsoft.com/office/drawing/2014/main" id="{177C1A4F-9D1F-43AC-80BB-A81192B1079B}"/>
              </a:ext>
            </a:extLst>
          </p:cNvPr>
          <p:cNvGrpSpPr/>
          <p:nvPr/>
        </p:nvGrpSpPr>
        <p:grpSpPr>
          <a:xfrm>
            <a:off x="151267" y="201616"/>
            <a:ext cx="4432926" cy="4022241"/>
            <a:chOff x="151267" y="201616"/>
            <a:chExt cx="4432926" cy="4022241"/>
          </a:xfrm>
        </p:grpSpPr>
        <p:grpSp>
          <p:nvGrpSpPr>
            <p:cNvPr id="92" name="组合 91">
              <a:extLst>
                <a:ext uri="{FF2B5EF4-FFF2-40B4-BE49-F238E27FC236}">
                  <a16:creationId xmlns:a16="http://schemas.microsoft.com/office/drawing/2014/main" id="{C8951C23-F7B6-4F44-8950-D2FD0C27518A}"/>
                </a:ext>
              </a:extLst>
            </p:cNvPr>
            <p:cNvGrpSpPr/>
            <p:nvPr/>
          </p:nvGrpSpPr>
          <p:grpSpPr>
            <a:xfrm>
              <a:off x="526735" y="634931"/>
              <a:ext cx="3681550" cy="3155611"/>
              <a:chOff x="3236915" y="2409121"/>
              <a:chExt cx="3681550" cy="3155611"/>
            </a:xfrm>
          </p:grpSpPr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A0C8DDB7-5EE2-442C-80CD-4E1101A97B18}"/>
                  </a:ext>
                </a:extLst>
              </p:cNvPr>
              <p:cNvSpPr/>
              <p:nvPr/>
            </p:nvSpPr>
            <p:spPr>
              <a:xfrm>
                <a:off x="3236920" y="2409123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911BC393-1274-4598-97E7-C0BF4D231C67}"/>
                  </a:ext>
                </a:extLst>
              </p:cNvPr>
              <p:cNvSpPr/>
              <p:nvPr/>
            </p:nvSpPr>
            <p:spPr>
              <a:xfrm>
                <a:off x="3762855" y="2409122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858A0047-E598-4129-BC59-585365D78949}"/>
                  </a:ext>
                </a:extLst>
              </p:cNvPr>
              <p:cNvSpPr/>
              <p:nvPr/>
            </p:nvSpPr>
            <p:spPr>
              <a:xfrm>
                <a:off x="4288790" y="2409122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3177EAE8-521B-4844-AFB8-FF97624678F5}"/>
                  </a:ext>
                </a:extLst>
              </p:cNvPr>
              <p:cNvSpPr/>
              <p:nvPr/>
            </p:nvSpPr>
            <p:spPr>
              <a:xfrm>
                <a:off x="4814725" y="2409123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136B7B89-7E2E-44A8-9EF3-7661188B1FF2}"/>
                  </a:ext>
                </a:extLst>
              </p:cNvPr>
              <p:cNvSpPr/>
              <p:nvPr/>
            </p:nvSpPr>
            <p:spPr>
              <a:xfrm>
                <a:off x="5340660" y="2409122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17C0F14B-34EC-43FB-A9E0-A31C1D2A3AB1}"/>
                  </a:ext>
                </a:extLst>
              </p:cNvPr>
              <p:cNvSpPr/>
              <p:nvPr/>
            </p:nvSpPr>
            <p:spPr>
              <a:xfrm>
                <a:off x="5866595" y="2409122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656C61EF-5618-4B8F-B303-B08BF7144F8F}"/>
                  </a:ext>
                </a:extLst>
              </p:cNvPr>
              <p:cNvSpPr/>
              <p:nvPr/>
            </p:nvSpPr>
            <p:spPr>
              <a:xfrm>
                <a:off x="6392530" y="2409121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85C9EE65-FCF7-4044-90E0-0CA847D5B8E3}"/>
                  </a:ext>
                </a:extLst>
              </p:cNvPr>
              <p:cNvSpPr/>
              <p:nvPr/>
            </p:nvSpPr>
            <p:spPr>
              <a:xfrm>
                <a:off x="3236920" y="2935058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99488FE5-B0D5-4212-9E38-6AF3BB61EEB7}"/>
                  </a:ext>
                </a:extLst>
              </p:cNvPr>
              <p:cNvSpPr/>
              <p:nvPr/>
            </p:nvSpPr>
            <p:spPr>
              <a:xfrm>
                <a:off x="3762855" y="2935057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6CA12DE9-F5DC-4A21-9677-D0B1F6CD8D5B}"/>
                  </a:ext>
                </a:extLst>
              </p:cNvPr>
              <p:cNvSpPr/>
              <p:nvPr/>
            </p:nvSpPr>
            <p:spPr>
              <a:xfrm>
                <a:off x="4288790" y="2935057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2C4E66B2-AE4B-4380-88F9-5DEF062447AB}"/>
                  </a:ext>
                </a:extLst>
              </p:cNvPr>
              <p:cNvSpPr/>
              <p:nvPr/>
            </p:nvSpPr>
            <p:spPr>
              <a:xfrm>
                <a:off x="4814725" y="2935058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59CAFF03-4A50-4156-91D4-19EA77967242}"/>
                  </a:ext>
                </a:extLst>
              </p:cNvPr>
              <p:cNvSpPr/>
              <p:nvPr/>
            </p:nvSpPr>
            <p:spPr>
              <a:xfrm>
                <a:off x="5340660" y="2935057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EB8DB871-9D14-4F9D-B6A1-D852090A4DBF}"/>
                  </a:ext>
                </a:extLst>
              </p:cNvPr>
              <p:cNvSpPr/>
              <p:nvPr/>
            </p:nvSpPr>
            <p:spPr>
              <a:xfrm>
                <a:off x="5866595" y="2935057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3882C3AC-BC98-4AB8-9AF7-0693A460AD2C}"/>
                  </a:ext>
                </a:extLst>
              </p:cNvPr>
              <p:cNvSpPr/>
              <p:nvPr/>
            </p:nvSpPr>
            <p:spPr>
              <a:xfrm>
                <a:off x="6392530" y="2935056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CDFCDDD6-B807-4D23-8985-F94E7D56CF01}"/>
                  </a:ext>
                </a:extLst>
              </p:cNvPr>
              <p:cNvSpPr/>
              <p:nvPr/>
            </p:nvSpPr>
            <p:spPr>
              <a:xfrm>
                <a:off x="3236920" y="3460993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1E404602-603F-47E8-A624-CA5A9CB59386}"/>
                  </a:ext>
                </a:extLst>
              </p:cNvPr>
              <p:cNvSpPr/>
              <p:nvPr/>
            </p:nvSpPr>
            <p:spPr>
              <a:xfrm>
                <a:off x="3762855" y="3460992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3384EA4D-967D-434C-A975-3148F0D7D96F}"/>
                  </a:ext>
                </a:extLst>
              </p:cNvPr>
              <p:cNvSpPr/>
              <p:nvPr/>
            </p:nvSpPr>
            <p:spPr>
              <a:xfrm>
                <a:off x="4288790" y="3460992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6934D52-E531-4071-8B4F-90C8185DC136}"/>
                  </a:ext>
                </a:extLst>
              </p:cNvPr>
              <p:cNvSpPr/>
              <p:nvPr/>
            </p:nvSpPr>
            <p:spPr>
              <a:xfrm>
                <a:off x="4814725" y="3460993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E22EA438-834C-41AE-A832-D2886E481DAD}"/>
                  </a:ext>
                </a:extLst>
              </p:cNvPr>
              <p:cNvSpPr/>
              <p:nvPr/>
            </p:nvSpPr>
            <p:spPr>
              <a:xfrm>
                <a:off x="5340660" y="3460992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C606202A-1A60-4FAA-94A0-47D8CEB3C86A}"/>
                  </a:ext>
                </a:extLst>
              </p:cNvPr>
              <p:cNvSpPr/>
              <p:nvPr/>
            </p:nvSpPr>
            <p:spPr>
              <a:xfrm>
                <a:off x="5866595" y="3460992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1F177C6E-78F2-4609-B01B-5A3722A7EFBF}"/>
                  </a:ext>
                </a:extLst>
              </p:cNvPr>
              <p:cNvSpPr/>
              <p:nvPr/>
            </p:nvSpPr>
            <p:spPr>
              <a:xfrm>
                <a:off x="6392530" y="3460991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96911AD7-F458-4A2D-A0C7-C800C4722FF8}"/>
                  </a:ext>
                </a:extLst>
              </p:cNvPr>
              <p:cNvSpPr/>
              <p:nvPr/>
            </p:nvSpPr>
            <p:spPr>
              <a:xfrm>
                <a:off x="3236920" y="3986927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32A7203D-B7D2-4F21-A69E-0D5684520889}"/>
                  </a:ext>
                </a:extLst>
              </p:cNvPr>
              <p:cNvSpPr/>
              <p:nvPr/>
            </p:nvSpPr>
            <p:spPr>
              <a:xfrm>
                <a:off x="3762855" y="3986926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FE79DFC6-3F0D-4E17-9C2C-973508B00220}"/>
                  </a:ext>
                </a:extLst>
              </p:cNvPr>
              <p:cNvSpPr/>
              <p:nvPr/>
            </p:nvSpPr>
            <p:spPr>
              <a:xfrm>
                <a:off x="4288790" y="3986926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4A29DDB1-2A5E-462C-B815-AC6F36FD1941}"/>
                  </a:ext>
                </a:extLst>
              </p:cNvPr>
              <p:cNvSpPr/>
              <p:nvPr/>
            </p:nvSpPr>
            <p:spPr>
              <a:xfrm>
                <a:off x="4814725" y="3986927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8A64B0CA-93FD-4514-AC4A-264035C2DD27}"/>
                  </a:ext>
                </a:extLst>
              </p:cNvPr>
              <p:cNvSpPr/>
              <p:nvPr/>
            </p:nvSpPr>
            <p:spPr>
              <a:xfrm>
                <a:off x="5340660" y="3986926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A0FDC8DA-01C9-4C54-9DD0-8DF567335AC5}"/>
                  </a:ext>
                </a:extLst>
              </p:cNvPr>
              <p:cNvSpPr/>
              <p:nvPr/>
            </p:nvSpPr>
            <p:spPr>
              <a:xfrm>
                <a:off x="5866595" y="3986926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29" name="矩形 28">
                <a:extLst>
                  <a:ext uri="{FF2B5EF4-FFF2-40B4-BE49-F238E27FC236}">
                    <a16:creationId xmlns:a16="http://schemas.microsoft.com/office/drawing/2014/main" id="{3D76BBAF-8FD3-4718-AE39-0EF406902C16}"/>
                  </a:ext>
                </a:extLst>
              </p:cNvPr>
              <p:cNvSpPr/>
              <p:nvPr/>
            </p:nvSpPr>
            <p:spPr>
              <a:xfrm>
                <a:off x="6392530" y="3986925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140CAC66-BCF1-48A8-BA18-08EEB78DC0FE}"/>
                  </a:ext>
                </a:extLst>
              </p:cNvPr>
              <p:cNvSpPr/>
              <p:nvPr/>
            </p:nvSpPr>
            <p:spPr>
              <a:xfrm>
                <a:off x="3236920" y="4512862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3B44A705-0E3A-4DD4-B013-EF1477805E61}"/>
                  </a:ext>
                </a:extLst>
              </p:cNvPr>
              <p:cNvSpPr/>
              <p:nvPr/>
            </p:nvSpPr>
            <p:spPr>
              <a:xfrm>
                <a:off x="3762855" y="4512861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A824AC77-83FF-4AE5-8200-EB4DD649D7D2}"/>
                  </a:ext>
                </a:extLst>
              </p:cNvPr>
              <p:cNvSpPr/>
              <p:nvPr/>
            </p:nvSpPr>
            <p:spPr>
              <a:xfrm>
                <a:off x="4288790" y="4512861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27AC5456-4869-4D7E-9EE0-31C07024461D}"/>
                  </a:ext>
                </a:extLst>
              </p:cNvPr>
              <p:cNvSpPr/>
              <p:nvPr/>
            </p:nvSpPr>
            <p:spPr>
              <a:xfrm>
                <a:off x="4814725" y="4512862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34" name="矩形 33">
                <a:extLst>
                  <a:ext uri="{FF2B5EF4-FFF2-40B4-BE49-F238E27FC236}">
                    <a16:creationId xmlns:a16="http://schemas.microsoft.com/office/drawing/2014/main" id="{7FF93A0C-2E37-43D7-B988-44CBB2C515B7}"/>
                  </a:ext>
                </a:extLst>
              </p:cNvPr>
              <p:cNvSpPr/>
              <p:nvPr/>
            </p:nvSpPr>
            <p:spPr>
              <a:xfrm>
                <a:off x="5340660" y="4512861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35" name="矩形 34">
                <a:extLst>
                  <a:ext uri="{FF2B5EF4-FFF2-40B4-BE49-F238E27FC236}">
                    <a16:creationId xmlns:a16="http://schemas.microsoft.com/office/drawing/2014/main" id="{704B43FF-B72E-4510-9B0B-DE9F5F9C0744}"/>
                  </a:ext>
                </a:extLst>
              </p:cNvPr>
              <p:cNvSpPr/>
              <p:nvPr/>
            </p:nvSpPr>
            <p:spPr>
              <a:xfrm>
                <a:off x="5866595" y="4512861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EDE068B1-236A-43B6-8637-16C93D8278F6}"/>
                  </a:ext>
                </a:extLst>
              </p:cNvPr>
              <p:cNvSpPr/>
              <p:nvPr/>
            </p:nvSpPr>
            <p:spPr>
              <a:xfrm>
                <a:off x="6392530" y="4512860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B5BD84C4-37B8-40E4-A0D5-F1D89E46D8D2}"/>
                  </a:ext>
                </a:extLst>
              </p:cNvPr>
              <p:cNvSpPr/>
              <p:nvPr/>
            </p:nvSpPr>
            <p:spPr>
              <a:xfrm>
                <a:off x="3236920" y="5038797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38" name="矩形 37">
                <a:extLst>
                  <a:ext uri="{FF2B5EF4-FFF2-40B4-BE49-F238E27FC236}">
                    <a16:creationId xmlns:a16="http://schemas.microsoft.com/office/drawing/2014/main" id="{05ABE87E-2EAA-4C15-BA1C-61886C4F9850}"/>
                  </a:ext>
                </a:extLst>
              </p:cNvPr>
              <p:cNvSpPr/>
              <p:nvPr/>
            </p:nvSpPr>
            <p:spPr>
              <a:xfrm>
                <a:off x="3762855" y="5038796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39" name="矩形 38">
                <a:extLst>
                  <a:ext uri="{FF2B5EF4-FFF2-40B4-BE49-F238E27FC236}">
                    <a16:creationId xmlns:a16="http://schemas.microsoft.com/office/drawing/2014/main" id="{7E6CC8CF-C987-4374-8373-5F37CD5D33D7}"/>
                  </a:ext>
                </a:extLst>
              </p:cNvPr>
              <p:cNvSpPr/>
              <p:nvPr/>
            </p:nvSpPr>
            <p:spPr>
              <a:xfrm>
                <a:off x="4288790" y="5038796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17C9E8A1-0659-4E16-9EDA-E46F1696331A}"/>
                  </a:ext>
                </a:extLst>
              </p:cNvPr>
              <p:cNvSpPr/>
              <p:nvPr/>
            </p:nvSpPr>
            <p:spPr>
              <a:xfrm>
                <a:off x="4814725" y="5038797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9EE52BCB-C1B5-404D-A241-11DEEC1CD98F}"/>
                  </a:ext>
                </a:extLst>
              </p:cNvPr>
              <p:cNvSpPr/>
              <p:nvPr/>
            </p:nvSpPr>
            <p:spPr>
              <a:xfrm>
                <a:off x="5340660" y="5038796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42" name="矩形 41">
                <a:extLst>
                  <a:ext uri="{FF2B5EF4-FFF2-40B4-BE49-F238E27FC236}">
                    <a16:creationId xmlns:a16="http://schemas.microsoft.com/office/drawing/2014/main" id="{A95F9940-FF98-4EFF-AC33-98236B7F58D2}"/>
                  </a:ext>
                </a:extLst>
              </p:cNvPr>
              <p:cNvSpPr/>
              <p:nvPr/>
            </p:nvSpPr>
            <p:spPr>
              <a:xfrm>
                <a:off x="5866595" y="5038796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43" name="矩形 42">
                <a:extLst>
                  <a:ext uri="{FF2B5EF4-FFF2-40B4-BE49-F238E27FC236}">
                    <a16:creationId xmlns:a16="http://schemas.microsoft.com/office/drawing/2014/main" id="{43939ADF-2C91-4439-95AC-45F57A4EDBF0}"/>
                  </a:ext>
                </a:extLst>
              </p:cNvPr>
              <p:cNvSpPr/>
              <p:nvPr/>
            </p:nvSpPr>
            <p:spPr>
              <a:xfrm>
                <a:off x="6392530" y="5038795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cxnSp>
            <p:nvCxnSpPr>
              <p:cNvPr id="45" name="直接连接符 44">
                <a:extLst>
                  <a:ext uri="{FF2B5EF4-FFF2-40B4-BE49-F238E27FC236}">
                    <a16:creationId xmlns:a16="http://schemas.microsoft.com/office/drawing/2014/main" id="{6000413A-F6A1-4E87-87DF-9FE2D00032A4}"/>
                  </a:ext>
                </a:extLst>
              </p:cNvPr>
              <p:cNvCxnSpPr/>
              <p:nvPr/>
            </p:nvCxnSpPr>
            <p:spPr>
              <a:xfrm>
                <a:off x="4288789" y="2409121"/>
                <a:ext cx="525935" cy="525935"/>
              </a:xfrm>
              <a:prstGeom prst="line">
                <a:avLst/>
              </a:prstGeom>
              <a:ln w="38100">
                <a:solidFill>
                  <a:srgbClr val="D7451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>
                <a:extLst>
                  <a:ext uri="{FF2B5EF4-FFF2-40B4-BE49-F238E27FC236}">
                    <a16:creationId xmlns:a16="http://schemas.microsoft.com/office/drawing/2014/main" id="{53262A1B-928C-402D-A6E4-234CCBA237B2}"/>
                  </a:ext>
                </a:extLst>
              </p:cNvPr>
              <p:cNvCxnSpPr/>
              <p:nvPr/>
            </p:nvCxnSpPr>
            <p:spPr>
              <a:xfrm>
                <a:off x="3762853" y="2935054"/>
                <a:ext cx="525935" cy="525935"/>
              </a:xfrm>
              <a:prstGeom prst="line">
                <a:avLst/>
              </a:prstGeom>
              <a:ln w="38100">
                <a:solidFill>
                  <a:srgbClr val="D7451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>
                <a:extLst>
                  <a:ext uri="{FF2B5EF4-FFF2-40B4-BE49-F238E27FC236}">
                    <a16:creationId xmlns:a16="http://schemas.microsoft.com/office/drawing/2014/main" id="{FB6E7801-CD1C-4BCA-A5BA-748E7286BDA8}"/>
                  </a:ext>
                </a:extLst>
              </p:cNvPr>
              <p:cNvCxnSpPr/>
              <p:nvPr/>
            </p:nvCxnSpPr>
            <p:spPr>
              <a:xfrm>
                <a:off x="5340660" y="2935053"/>
                <a:ext cx="525935" cy="525935"/>
              </a:xfrm>
              <a:prstGeom prst="line">
                <a:avLst/>
              </a:prstGeom>
              <a:ln w="38100">
                <a:solidFill>
                  <a:srgbClr val="D7451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>
                <a:extLst>
                  <a:ext uri="{FF2B5EF4-FFF2-40B4-BE49-F238E27FC236}">
                    <a16:creationId xmlns:a16="http://schemas.microsoft.com/office/drawing/2014/main" id="{63D55F44-84AC-4902-A13B-380FD2D12C7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66594" y="2935052"/>
                <a:ext cx="1051871" cy="1051866"/>
              </a:xfrm>
              <a:prstGeom prst="line">
                <a:avLst/>
              </a:prstGeom>
              <a:ln w="38100">
                <a:solidFill>
                  <a:srgbClr val="D7451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>
                <a:extLst>
                  <a:ext uri="{FF2B5EF4-FFF2-40B4-BE49-F238E27FC236}">
                    <a16:creationId xmlns:a16="http://schemas.microsoft.com/office/drawing/2014/main" id="{DF15B0BC-84DC-447D-82B0-DEB0644AFE7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36917" y="3460994"/>
                <a:ext cx="1051871" cy="1051866"/>
              </a:xfrm>
              <a:prstGeom prst="line">
                <a:avLst/>
              </a:prstGeom>
              <a:ln w="38100">
                <a:solidFill>
                  <a:srgbClr val="D7451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>
                <a:extLst>
                  <a:ext uri="{FF2B5EF4-FFF2-40B4-BE49-F238E27FC236}">
                    <a16:creationId xmlns:a16="http://schemas.microsoft.com/office/drawing/2014/main" id="{83AA4D56-B40A-4B71-8009-B68A59EB659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14722" y="3460994"/>
                <a:ext cx="1051871" cy="1051866"/>
              </a:xfrm>
              <a:prstGeom prst="line">
                <a:avLst/>
              </a:prstGeom>
              <a:ln w="38100">
                <a:solidFill>
                  <a:srgbClr val="D7451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>
                <a:extLst>
                  <a:ext uri="{FF2B5EF4-FFF2-40B4-BE49-F238E27FC236}">
                    <a16:creationId xmlns:a16="http://schemas.microsoft.com/office/drawing/2014/main" id="{39120DC8-4CF5-46EF-9252-245DDA7D353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66593" y="3986927"/>
                <a:ext cx="1051871" cy="1051866"/>
              </a:xfrm>
              <a:prstGeom prst="line">
                <a:avLst/>
              </a:prstGeom>
              <a:ln w="38100">
                <a:solidFill>
                  <a:srgbClr val="D7451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>
                <a:extLst>
                  <a:ext uri="{FF2B5EF4-FFF2-40B4-BE49-F238E27FC236}">
                    <a16:creationId xmlns:a16="http://schemas.microsoft.com/office/drawing/2014/main" id="{CE7A19E0-7269-435C-BC9C-8F6141CF253E}"/>
                  </a:ext>
                </a:extLst>
              </p:cNvPr>
              <p:cNvCxnSpPr/>
              <p:nvPr/>
            </p:nvCxnSpPr>
            <p:spPr>
              <a:xfrm>
                <a:off x="3236915" y="4512860"/>
                <a:ext cx="525935" cy="525935"/>
              </a:xfrm>
              <a:prstGeom prst="line">
                <a:avLst/>
              </a:prstGeom>
              <a:ln w="38100">
                <a:solidFill>
                  <a:srgbClr val="D7451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>
                <a:extLst>
                  <a:ext uri="{FF2B5EF4-FFF2-40B4-BE49-F238E27FC236}">
                    <a16:creationId xmlns:a16="http://schemas.microsoft.com/office/drawing/2014/main" id="{55A955EB-93B8-49D7-BE29-166D45F290B1}"/>
                  </a:ext>
                </a:extLst>
              </p:cNvPr>
              <p:cNvCxnSpPr/>
              <p:nvPr/>
            </p:nvCxnSpPr>
            <p:spPr>
              <a:xfrm>
                <a:off x="4288783" y="5038794"/>
                <a:ext cx="525935" cy="525935"/>
              </a:xfrm>
              <a:prstGeom prst="line">
                <a:avLst/>
              </a:prstGeom>
              <a:ln w="38100">
                <a:solidFill>
                  <a:srgbClr val="D7451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>
                <a:extLst>
                  <a:ext uri="{FF2B5EF4-FFF2-40B4-BE49-F238E27FC236}">
                    <a16:creationId xmlns:a16="http://schemas.microsoft.com/office/drawing/2014/main" id="{D3DDB370-1681-44DA-8AB6-94021629CB20}"/>
                  </a:ext>
                </a:extLst>
              </p:cNvPr>
              <p:cNvCxnSpPr/>
              <p:nvPr/>
            </p:nvCxnSpPr>
            <p:spPr>
              <a:xfrm>
                <a:off x="4814717" y="4512857"/>
                <a:ext cx="525935" cy="525935"/>
              </a:xfrm>
              <a:prstGeom prst="line">
                <a:avLst/>
              </a:prstGeom>
              <a:ln w="38100">
                <a:solidFill>
                  <a:srgbClr val="D7451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0" name="组合 89">
              <a:extLst>
                <a:ext uri="{FF2B5EF4-FFF2-40B4-BE49-F238E27FC236}">
                  <a16:creationId xmlns:a16="http://schemas.microsoft.com/office/drawing/2014/main" id="{C070DBEF-06EC-4EAD-B9B9-92B5A6531601}"/>
                </a:ext>
              </a:extLst>
            </p:cNvPr>
            <p:cNvGrpSpPr/>
            <p:nvPr/>
          </p:nvGrpSpPr>
          <p:grpSpPr>
            <a:xfrm>
              <a:off x="151267" y="201616"/>
              <a:ext cx="4206170" cy="3773504"/>
              <a:chOff x="2861447" y="1975806"/>
              <a:chExt cx="4206170" cy="3773504"/>
            </a:xfrm>
          </p:grpSpPr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3BC93649-C50D-459C-B878-4D16FF90BEF9}"/>
                  </a:ext>
                </a:extLst>
              </p:cNvPr>
              <p:cNvSpPr txBox="1"/>
              <p:nvPr/>
            </p:nvSpPr>
            <p:spPr>
              <a:xfrm>
                <a:off x="3086443" y="1975806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0</a:t>
                </a:r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C8C145D7-8C53-4E76-B8EB-947C297F7223}"/>
                  </a:ext>
                </a:extLst>
              </p:cNvPr>
              <p:cNvSpPr txBox="1"/>
              <p:nvPr/>
            </p:nvSpPr>
            <p:spPr>
              <a:xfrm>
                <a:off x="3612378" y="1975806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1</a:t>
                </a:r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9F3F507F-39C6-4C56-98B8-3A93B0125676}"/>
                  </a:ext>
                </a:extLst>
              </p:cNvPr>
              <p:cNvSpPr txBox="1"/>
              <p:nvPr/>
            </p:nvSpPr>
            <p:spPr>
              <a:xfrm>
                <a:off x="4138313" y="1975806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2</a:t>
                </a:r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1F226531-FC91-44B9-9C5E-CB4DFE73F92A}"/>
                  </a:ext>
                </a:extLst>
              </p:cNvPr>
              <p:cNvSpPr txBox="1"/>
              <p:nvPr/>
            </p:nvSpPr>
            <p:spPr>
              <a:xfrm>
                <a:off x="4664251" y="1975806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3</a:t>
                </a:r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D2AD47FD-27A0-4C9C-A3BB-5F527C1918D9}"/>
                  </a:ext>
                </a:extLst>
              </p:cNvPr>
              <p:cNvSpPr txBox="1"/>
              <p:nvPr/>
            </p:nvSpPr>
            <p:spPr>
              <a:xfrm>
                <a:off x="5190186" y="1975806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4</a:t>
                </a:r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FCA7867A-3755-41D3-BC0B-C55587AB9EFD}"/>
                  </a:ext>
                </a:extLst>
              </p:cNvPr>
              <p:cNvSpPr txBox="1"/>
              <p:nvPr/>
            </p:nvSpPr>
            <p:spPr>
              <a:xfrm>
                <a:off x="5716121" y="1975806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5</a:t>
                </a:r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81445D70-004D-48AC-AA79-67F3633B09C0}"/>
                  </a:ext>
                </a:extLst>
              </p:cNvPr>
              <p:cNvSpPr txBox="1"/>
              <p:nvPr/>
            </p:nvSpPr>
            <p:spPr>
              <a:xfrm>
                <a:off x="6240739" y="1975806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6</a:t>
                </a:r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59CBF95D-6F06-4729-AA20-FE36EA8BA315}"/>
                  </a:ext>
                </a:extLst>
              </p:cNvPr>
              <p:cNvSpPr txBox="1"/>
              <p:nvPr/>
            </p:nvSpPr>
            <p:spPr>
              <a:xfrm>
                <a:off x="6766674" y="1975806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7</a:t>
                </a:r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9728BE86-0785-4FA3-8D0D-F942BD9416DA}"/>
                  </a:ext>
                </a:extLst>
              </p:cNvPr>
              <p:cNvSpPr txBox="1"/>
              <p:nvPr/>
            </p:nvSpPr>
            <p:spPr>
              <a:xfrm>
                <a:off x="2861448" y="2224455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0</a:t>
                </a:r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A60DBD3D-0666-40E9-82B9-1ED156520AA1}"/>
                  </a:ext>
                </a:extLst>
              </p:cNvPr>
              <p:cNvSpPr txBox="1"/>
              <p:nvPr/>
            </p:nvSpPr>
            <p:spPr>
              <a:xfrm>
                <a:off x="2861448" y="2750386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1</a:t>
                </a:r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68" name="文本框 67">
                <a:extLst>
                  <a:ext uri="{FF2B5EF4-FFF2-40B4-BE49-F238E27FC236}">
                    <a16:creationId xmlns:a16="http://schemas.microsoft.com/office/drawing/2014/main" id="{594BDF69-6526-45CE-8AA4-83A15869A3B7}"/>
                  </a:ext>
                </a:extLst>
              </p:cNvPr>
              <p:cNvSpPr txBox="1"/>
              <p:nvPr/>
            </p:nvSpPr>
            <p:spPr>
              <a:xfrm>
                <a:off x="2861448" y="3276317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2</a:t>
                </a:r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B20CF43B-95C4-4408-BC7C-C0FA6324C6B6}"/>
                  </a:ext>
                </a:extLst>
              </p:cNvPr>
              <p:cNvSpPr txBox="1"/>
              <p:nvPr/>
            </p:nvSpPr>
            <p:spPr>
              <a:xfrm>
                <a:off x="2861448" y="3802185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3</a:t>
                </a:r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70" name="文本框 69">
                <a:extLst>
                  <a:ext uri="{FF2B5EF4-FFF2-40B4-BE49-F238E27FC236}">
                    <a16:creationId xmlns:a16="http://schemas.microsoft.com/office/drawing/2014/main" id="{B4D578BF-5982-4EBD-9953-0BDC3B8167F4}"/>
                  </a:ext>
                </a:extLst>
              </p:cNvPr>
              <p:cNvSpPr txBox="1"/>
              <p:nvPr/>
            </p:nvSpPr>
            <p:spPr>
              <a:xfrm>
                <a:off x="2861448" y="4328116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4</a:t>
                </a:r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6310814E-B1BC-4639-9BCA-6682F568459E}"/>
                  </a:ext>
                </a:extLst>
              </p:cNvPr>
              <p:cNvSpPr txBox="1"/>
              <p:nvPr/>
            </p:nvSpPr>
            <p:spPr>
              <a:xfrm>
                <a:off x="2861448" y="4854047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5</a:t>
                </a:r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7A3E430B-2DD4-492C-9E38-9166540BE1A3}"/>
                  </a:ext>
                </a:extLst>
              </p:cNvPr>
              <p:cNvSpPr txBox="1"/>
              <p:nvPr/>
            </p:nvSpPr>
            <p:spPr>
              <a:xfrm>
                <a:off x="2861447" y="5379978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6</a:t>
                </a:r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</p:grpSp>
        <p:grpSp>
          <p:nvGrpSpPr>
            <p:cNvPr id="91" name="组合 90">
              <a:extLst>
                <a:ext uri="{FF2B5EF4-FFF2-40B4-BE49-F238E27FC236}">
                  <a16:creationId xmlns:a16="http://schemas.microsoft.com/office/drawing/2014/main" id="{E9C43C6D-8382-4291-AA3C-313CEA90AA93}"/>
                </a:ext>
              </a:extLst>
            </p:cNvPr>
            <p:cNvGrpSpPr/>
            <p:nvPr/>
          </p:nvGrpSpPr>
          <p:grpSpPr>
            <a:xfrm>
              <a:off x="639230" y="713232"/>
              <a:ext cx="3944963" cy="3510625"/>
              <a:chOff x="3349410" y="2487422"/>
              <a:chExt cx="3944963" cy="3510625"/>
            </a:xfrm>
          </p:grpSpPr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BA76A204-374F-4B66-A92F-3C25689B066E}"/>
                  </a:ext>
                </a:extLst>
              </p:cNvPr>
              <p:cNvSpPr txBox="1"/>
              <p:nvPr/>
            </p:nvSpPr>
            <p:spPr>
              <a:xfrm>
                <a:off x="6988541" y="2487422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5D1709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C</a:t>
                </a:r>
                <a:endParaRPr lang="zh-CN" altLang="en-US" dirty="0">
                  <a:solidFill>
                    <a:srgbClr val="5D170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74" name="文本框 73">
                <a:extLst>
                  <a:ext uri="{FF2B5EF4-FFF2-40B4-BE49-F238E27FC236}">
                    <a16:creationId xmlns:a16="http://schemas.microsoft.com/office/drawing/2014/main" id="{D0D16DA9-D145-4E3B-93B0-1134C2B41943}"/>
                  </a:ext>
                </a:extLst>
              </p:cNvPr>
              <p:cNvSpPr txBox="1"/>
              <p:nvPr/>
            </p:nvSpPr>
            <p:spPr>
              <a:xfrm>
                <a:off x="6988541" y="3013354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5D1709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B</a:t>
                </a:r>
                <a:endParaRPr lang="zh-CN" altLang="en-US" dirty="0">
                  <a:solidFill>
                    <a:srgbClr val="5D170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4358CA79-A039-4B4B-9092-4C9DDA88A3F7}"/>
                  </a:ext>
                </a:extLst>
              </p:cNvPr>
              <p:cNvSpPr txBox="1"/>
              <p:nvPr/>
            </p:nvSpPr>
            <p:spPr>
              <a:xfrm>
                <a:off x="6993430" y="3538566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5D1709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A</a:t>
                </a:r>
                <a:endParaRPr lang="zh-CN" altLang="en-US" dirty="0">
                  <a:solidFill>
                    <a:srgbClr val="5D170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79" name="文本框 78">
                <a:extLst>
                  <a:ext uri="{FF2B5EF4-FFF2-40B4-BE49-F238E27FC236}">
                    <a16:creationId xmlns:a16="http://schemas.microsoft.com/office/drawing/2014/main" id="{C9A98EFC-0815-423C-A9BB-3740E394C383}"/>
                  </a:ext>
                </a:extLst>
              </p:cNvPr>
              <p:cNvSpPr txBox="1"/>
              <p:nvPr/>
            </p:nvSpPr>
            <p:spPr>
              <a:xfrm>
                <a:off x="6988541" y="4063778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5D1709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B</a:t>
                </a:r>
                <a:endParaRPr lang="zh-CN" altLang="en-US" dirty="0">
                  <a:solidFill>
                    <a:srgbClr val="5D170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80" name="文本框 79">
                <a:extLst>
                  <a:ext uri="{FF2B5EF4-FFF2-40B4-BE49-F238E27FC236}">
                    <a16:creationId xmlns:a16="http://schemas.microsoft.com/office/drawing/2014/main" id="{07ADD638-2431-4231-B59A-8ED194478EB0}"/>
                  </a:ext>
                </a:extLst>
              </p:cNvPr>
              <p:cNvSpPr txBox="1"/>
              <p:nvPr/>
            </p:nvSpPr>
            <p:spPr>
              <a:xfrm>
                <a:off x="6990052" y="4588990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5D1709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A</a:t>
                </a:r>
                <a:endParaRPr lang="zh-CN" altLang="en-US" dirty="0">
                  <a:solidFill>
                    <a:srgbClr val="5D170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81" name="文本框 80">
                <a:extLst>
                  <a:ext uri="{FF2B5EF4-FFF2-40B4-BE49-F238E27FC236}">
                    <a16:creationId xmlns:a16="http://schemas.microsoft.com/office/drawing/2014/main" id="{D3E12EAE-998D-4B6A-843A-9704DCC5666E}"/>
                  </a:ext>
                </a:extLst>
              </p:cNvPr>
              <p:cNvSpPr txBox="1"/>
              <p:nvPr/>
            </p:nvSpPr>
            <p:spPr>
              <a:xfrm>
                <a:off x="6988541" y="5114202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5D1709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C</a:t>
                </a:r>
                <a:endParaRPr lang="zh-CN" altLang="en-US" dirty="0">
                  <a:solidFill>
                    <a:srgbClr val="5D170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82" name="文本框 81">
                <a:extLst>
                  <a:ext uri="{FF2B5EF4-FFF2-40B4-BE49-F238E27FC236}">
                    <a16:creationId xmlns:a16="http://schemas.microsoft.com/office/drawing/2014/main" id="{25EAFD30-DBB8-47F4-9AF1-93A139DB2488}"/>
                  </a:ext>
                </a:extLst>
              </p:cNvPr>
              <p:cNvSpPr txBox="1"/>
              <p:nvPr/>
            </p:nvSpPr>
            <p:spPr>
              <a:xfrm>
                <a:off x="3349410" y="5628715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5D1709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A</a:t>
                </a:r>
                <a:endParaRPr lang="zh-CN" altLang="en-US" dirty="0">
                  <a:solidFill>
                    <a:srgbClr val="5D170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83" name="文本框 82">
                <a:extLst>
                  <a:ext uri="{FF2B5EF4-FFF2-40B4-BE49-F238E27FC236}">
                    <a16:creationId xmlns:a16="http://schemas.microsoft.com/office/drawing/2014/main" id="{8AC93EAB-3C40-48D9-B125-35E6F3D0CD33}"/>
                  </a:ext>
                </a:extLst>
              </p:cNvPr>
              <p:cNvSpPr txBox="1"/>
              <p:nvPr/>
            </p:nvSpPr>
            <p:spPr>
              <a:xfrm>
                <a:off x="3870256" y="5628715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5D1709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B</a:t>
                </a:r>
                <a:endParaRPr lang="zh-CN" altLang="en-US" dirty="0">
                  <a:solidFill>
                    <a:srgbClr val="5D170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84" name="文本框 83">
                <a:extLst>
                  <a:ext uri="{FF2B5EF4-FFF2-40B4-BE49-F238E27FC236}">
                    <a16:creationId xmlns:a16="http://schemas.microsoft.com/office/drawing/2014/main" id="{40BEED8D-A991-4C6A-83ED-28572C92D3DC}"/>
                  </a:ext>
                </a:extLst>
              </p:cNvPr>
              <p:cNvSpPr txBox="1"/>
              <p:nvPr/>
            </p:nvSpPr>
            <p:spPr>
              <a:xfrm>
                <a:off x="4401278" y="5628715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5D1709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C</a:t>
                </a:r>
                <a:endParaRPr lang="zh-CN" altLang="en-US" dirty="0">
                  <a:solidFill>
                    <a:srgbClr val="5D170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85" name="文本框 84">
                <a:extLst>
                  <a:ext uri="{FF2B5EF4-FFF2-40B4-BE49-F238E27FC236}">
                    <a16:creationId xmlns:a16="http://schemas.microsoft.com/office/drawing/2014/main" id="{05ECBF81-237C-496A-9D20-B461F1BAC0FA}"/>
                  </a:ext>
                </a:extLst>
              </p:cNvPr>
              <p:cNvSpPr txBox="1"/>
              <p:nvPr/>
            </p:nvSpPr>
            <p:spPr>
              <a:xfrm>
                <a:off x="4927212" y="5628715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5D1709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A</a:t>
                </a:r>
                <a:endParaRPr lang="zh-CN" altLang="en-US" dirty="0">
                  <a:solidFill>
                    <a:srgbClr val="5D170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86" name="文本框 85">
                <a:extLst>
                  <a:ext uri="{FF2B5EF4-FFF2-40B4-BE49-F238E27FC236}">
                    <a16:creationId xmlns:a16="http://schemas.microsoft.com/office/drawing/2014/main" id="{43784337-C5F9-41EB-929E-2F0A75A6610A}"/>
                  </a:ext>
                </a:extLst>
              </p:cNvPr>
              <p:cNvSpPr txBox="1"/>
              <p:nvPr/>
            </p:nvSpPr>
            <p:spPr>
              <a:xfrm>
                <a:off x="5453146" y="5628715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5D1709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B</a:t>
                </a:r>
                <a:endParaRPr lang="zh-CN" altLang="en-US" dirty="0">
                  <a:solidFill>
                    <a:srgbClr val="5D170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87" name="文本框 86">
                <a:extLst>
                  <a:ext uri="{FF2B5EF4-FFF2-40B4-BE49-F238E27FC236}">
                    <a16:creationId xmlns:a16="http://schemas.microsoft.com/office/drawing/2014/main" id="{BAE0B192-4B3A-4EBB-95E5-318BE3420E1F}"/>
                  </a:ext>
                </a:extLst>
              </p:cNvPr>
              <p:cNvSpPr txBox="1"/>
              <p:nvPr/>
            </p:nvSpPr>
            <p:spPr>
              <a:xfrm>
                <a:off x="5973992" y="5628715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5D1709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B</a:t>
                </a:r>
                <a:endParaRPr lang="zh-CN" altLang="en-US" dirty="0">
                  <a:solidFill>
                    <a:srgbClr val="5D170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88" name="文本框 87">
                <a:extLst>
                  <a:ext uri="{FF2B5EF4-FFF2-40B4-BE49-F238E27FC236}">
                    <a16:creationId xmlns:a16="http://schemas.microsoft.com/office/drawing/2014/main" id="{283242BD-8A61-4203-B064-BA3EA2F352CB}"/>
                  </a:ext>
                </a:extLst>
              </p:cNvPr>
              <p:cNvSpPr txBox="1"/>
              <p:nvPr/>
            </p:nvSpPr>
            <p:spPr>
              <a:xfrm>
                <a:off x="6505014" y="5628715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5D1709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A</a:t>
                </a:r>
                <a:endParaRPr lang="zh-CN" altLang="en-US" dirty="0">
                  <a:solidFill>
                    <a:srgbClr val="5D170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</p:grpSp>
      </p:grpSp>
      <p:grpSp>
        <p:nvGrpSpPr>
          <p:cNvPr id="332" name="组合 331">
            <a:extLst>
              <a:ext uri="{FF2B5EF4-FFF2-40B4-BE49-F238E27FC236}">
                <a16:creationId xmlns:a16="http://schemas.microsoft.com/office/drawing/2014/main" id="{1D624D43-A120-4FDD-9B0F-A58976FB74DB}"/>
              </a:ext>
            </a:extLst>
          </p:cNvPr>
          <p:cNvGrpSpPr/>
          <p:nvPr/>
        </p:nvGrpSpPr>
        <p:grpSpPr>
          <a:xfrm>
            <a:off x="5504724" y="203993"/>
            <a:ext cx="4432926" cy="4022241"/>
            <a:chOff x="5504724" y="203993"/>
            <a:chExt cx="4432926" cy="4022241"/>
          </a:xfrm>
        </p:grpSpPr>
        <p:grpSp>
          <p:nvGrpSpPr>
            <p:cNvPr id="251" name="组合 250">
              <a:extLst>
                <a:ext uri="{FF2B5EF4-FFF2-40B4-BE49-F238E27FC236}">
                  <a16:creationId xmlns:a16="http://schemas.microsoft.com/office/drawing/2014/main" id="{93DEF717-7DD9-4CA6-A7D1-5E8BBC43E188}"/>
                </a:ext>
              </a:extLst>
            </p:cNvPr>
            <p:cNvGrpSpPr/>
            <p:nvPr/>
          </p:nvGrpSpPr>
          <p:grpSpPr>
            <a:xfrm>
              <a:off x="5880192" y="637308"/>
              <a:ext cx="3681550" cy="3155611"/>
              <a:chOff x="5880192" y="637308"/>
              <a:chExt cx="3681550" cy="3155611"/>
            </a:xfrm>
          </p:grpSpPr>
          <p:sp>
            <p:nvSpPr>
              <p:cNvPr id="94" name="矩形 93">
                <a:extLst>
                  <a:ext uri="{FF2B5EF4-FFF2-40B4-BE49-F238E27FC236}">
                    <a16:creationId xmlns:a16="http://schemas.microsoft.com/office/drawing/2014/main" id="{986FEA50-B627-4AB9-A51E-C4715B8124DD}"/>
                  </a:ext>
                </a:extLst>
              </p:cNvPr>
              <p:cNvSpPr/>
              <p:nvPr/>
            </p:nvSpPr>
            <p:spPr>
              <a:xfrm>
                <a:off x="5880197" y="637310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FDEFE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95" name="矩形 94">
                <a:extLst>
                  <a:ext uri="{FF2B5EF4-FFF2-40B4-BE49-F238E27FC236}">
                    <a16:creationId xmlns:a16="http://schemas.microsoft.com/office/drawing/2014/main" id="{8985EE7D-FA32-49B6-9E0E-13D380BE8B0A}"/>
                  </a:ext>
                </a:extLst>
              </p:cNvPr>
              <p:cNvSpPr/>
              <p:nvPr/>
            </p:nvSpPr>
            <p:spPr>
              <a:xfrm>
                <a:off x="6406132" y="637309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FDEFE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96" name="矩形 95">
                <a:extLst>
                  <a:ext uri="{FF2B5EF4-FFF2-40B4-BE49-F238E27FC236}">
                    <a16:creationId xmlns:a16="http://schemas.microsoft.com/office/drawing/2014/main" id="{D7953C66-10B8-482E-94DE-E41F79CCADD6}"/>
                  </a:ext>
                </a:extLst>
              </p:cNvPr>
              <p:cNvSpPr/>
              <p:nvPr/>
            </p:nvSpPr>
            <p:spPr>
              <a:xfrm>
                <a:off x="6932067" y="637309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FDEFE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97" name="矩形 96">
                <a:extLst>
                  <a:ext uri="{FF2B5EF4-FFF2-40B4-BE49-F238E27FC236}">
                    <a16:creationId xmlns:a16="http://schemas.microsoft.com/office/drawing/2014/main" id="{E2046CC6-ACA7-46F5-BAE2-0FF2FE896CD0}"/>
                  </a:ext>
                </a:extLst>
              </p:cNvPr>
              <p:cNvSpPr/>
              <p:nvPr/>
            </p:nvSpPr>
            <p:spPr>
              <a:xfrm>
                <a:off x="7458002" y="637310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FDEFE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98" name="矩形 97">
                <a:extLst>
                  <a:ext uri="{FF2B5EF4-FFF2-40B4-BE49-F238E27FC236}">
                    <a16:creationId xmlns:a16="http://schemas.microsoft.com/office/drawing/2014/main" id="{B3DC1DD4-BBA3-483A-A4C6-519762DA151B}"/>
                  </a:ext>
                </a:extLst>
              </p:cNvPr>
              <p:cNvSpPr/>
              <p:nvPr/>
            </p:nvSpPr>
            <p:spPr>
              <a:xfrm>
                <a:off x="7983937" y="637309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FDEFE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99" name="矩形 98">
                <a:extLst>
                  <a:ext uri="{FF2B5EF4-FFF2-40B4-BE49-F238E27FC236}">
                    <a16:creationId xmlns:a16="http://schemas.microsoft.com/office/drawing/2014/main" id="{DAA31466-F372-4342-94D4-4E5941D061EF}"/>
                  </a:ext>
                </a:extLst>
              </p:cNvPr>
              <p:cNvSpPr/>
              <p:nvPr/>
            </p:nvSpPr>
            <p:spPr>
              <a:xfrm>
                <a:off x="8509872" y="637309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FDEFE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00" name="矩形 99">
                <a:extLst>
                  <a:ext uri="{FF2B5EF4-FFF2-40B4-BE49-F238E27FC236}">
                    <a16:creationId xmlns:a16="http://schemas.microsoft.com/office/drawing/2014/main" id="{A716F3A6-35F0-488E-91DA-4153A981771B}"/>
                  </a:ext>
                </a:extLst>
              </p:cNvPr>
              <p:cNvSpPr/>
              <p:nvPr/>
            </p:nvSpPr>
            <p:spPr>
              <a:xfrm>
                <a:off x="9035807" y="637308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FDEFE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01" name="矩形 100">
                <a:extLst>
                  <a:ext uri="{FF2B5EF4-FFF2-40B4-BE49-F238E27FC236}">
                    <a16:creationId xmlns:a16="http://schemas.microsoft.com/office/drawing/2014/main" id="{272F8315-0A70-41B9-A1E5-E3A39D46D798}"/>
                  </a:ext>
                </a:extLst>
              </p:cNvPr>
              <p:cNvSpPr/>
              <p:nvPr/>
            </p:nvSpPr>
            <p:spPr>
              <a:xfrm>
                <a:off x="5880197" y="1163245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FDEFE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02" name="矩形 101">
                <a:extLst>
                  <a:ext uri="{FF2B5EF4-FFF2-40B4-BE49-F238E27FC236}">
                    <a16:creationId xmlns:a16="http://schemas.microsoft.com/office/drawing/2014/main" id="{95A1804A-7DF4-4769-A743-EE7541589FCE}"/>
                  </a:ext>
                </a:extLst>
              </p:cNvPr>
              <p:cNvSpPr/>
              <p:nvPr/>
            </p:nvSpPr>
            <p:spPr>
              <a:xfrm>
                <a:off x="6406132" y="1163244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FDEFE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03" name="矩形 102">
                <a:extLst>
                  <a:ext uri="{FF2B5EF4-FFF2-40B4-BE49-F238E27FC236}">
                    <a16:creationId xmlns:a16="http://schemas.microsoft.com/office/drawing/2014/main" id="{2334899D-B7AB-4855-B267-DA7EA0D89A9D}"/>
                  </a:ext>
                </a:extLst>
              </p:cNvPr>
              <p:cNvSpPr/>
              <p:nvPr/>
            </p:nvSpPr>
            <p:spPr>
              <a:xfrm>
                <a:off x="6932067" y="1163244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FDEFE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04" name="矩形 103">
                <a:extLst>
                  <a:ext uri="{FF2B5EF4-FFF2-40B4-BE49-F238E27FC236}">
                    <a16:creationId xmlns:a16="http://schemas.microsoft.com/office/drawing/2014/main" id="{2D89DC33-3858-411D-9669-E935F877733D}"/>
                  </a:ext>
                </a:extLst>
              </p:cNvPr>
              <p:cNvSpPr/>
              <p:nvPr/>
            </p:nvSpPr>
            <p:spPr>
              <a:xfrm>
                <a:off x="7458002" y="1163245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FDEFE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05" name="矩形 104">
                <a:extLst>
                  <a:ext uri="{FF2B5EF4-FFF2-40B4-BE49-F238E27FC236}">
                    <a16:creationId xmlns:a16="http://schemas.microsoft.com/office/drawing/2014/main" id="{1BEFEF60-F28E-4B5E-877A-BBBA04F5FC4A}"/>
                  </a:ext>
                </a:extLst>
              </p:cNvPr>
              <p:cNvSpPr/>
              <p:nvPr/>
            </p:nvSpPr>
            <p:spPr>
              <a:xfrm>
                <a:off x="7983937" y="1163244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FDEFE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06" name="矩形 105">
                <a:extLst>
                  <a:ext uri="{FF2B5EF4-FFF2-40B4-BE49-F238E27FC236}">
                    <a16:creationId xmlns:a16="http://schemas.microsoft.com/office/drawing/2014/main" id="{206EC83D-9050-41B1-940C-4FCF41BE86ED}"/>
                  </a:ext>
                </a:extLst>
              </p:cNvPr>
              <p:cNvSpPr/>
              <p:nvPr/>
            </p:nvSpPr>
            <p:spPr>
              <a:xfrm>
                <a:off x="8509872" y="1163244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FDEFE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07" name="矩形 106">
                <a:extLst>
                  <a:ext uri="{FF2B5EF4-FFF2-40B4-BE49-F238E27FC236}">
                    <a16:creationId xmlns:a16="http://schemas.microsoft.com/office/drawing/2014/main" id="{5CDE13CE-29F8-4653-B106-36A00F5E7F65}"/>
                  </a:ext>
                </a:extLst>
              </p:cNvPr>
              <p:cNvSpPr/>
              <p:nvPr/>
            </p:nvSpPr>
            <p:spPr>
              <a:xfrm>
                <a:off x="9035807" y="1163243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FDEFE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08" name="矩形 107">
                <a:extLst>
                  <a:ext uri="{FF2B5EF4-FFF2-40B4-BE49-F238E27FC236}">
                    <a16:creationId xmlns:a16="http://schemas.microsoft.com/office/drawing/2014/main" id="{33260BC2-ABCD-4013-8602-0C016CDCA706}"/>
                  </a:ext>
                </a:extLst>
              </p:cNvPr>
              <p:cNvSpPr/>
              <p:nvPr/>
            </p:nvSpPr>
            <p:spPr>
              <a:xfrm>
                <a:off x="5880197" y="1689180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FDEFE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09" name="矩形 108">
                <a:extLst>
                  <a:ext uri="{FF2B5EF4-FFF2-40B4-BE49-F238E27FC236}">
                    <a16:creationId xmlns:a16="http://schemas.microsoft.com/office/drawing/2014/main" id="{A8351DDE-3629-489B-BE98-FEC062E2D4A7}"/>
                  </a:ext>
                </a:extLst>
              </p:cNvPr>
              <p:cNvSpPr/>
              <p:nvPr/>
            </p:nvSpPr>
            <p:spPr>
              <a:xfrm>
                <a:off x="6406132" y="1689179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FDEFE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10" name="矩形 109">
                <a:extLst>
                  <a:ext uri="{FF2B5EF4-FFF2-40B4-BE49-F238E27FC236}">
                    <a16:creationId xmlns:a16="http://schemas.microsoft.com/office/drawing/2014/main" id="{605CE1E6-9B0C-4B7E-B534-B365AA7CD3E7}"/>
                  </a:ext>
                </a:extLst>
              </p:cNvPr>
              <p:cNvSpPr/>
              <p:nvPr/>
            </p:nvSpPr>
            <p:spPr>
              <a:xfrm>
                <a:off x="6932067" y="1689179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FDEFE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11" name="矩形 110">
                <a:extLst>
                  <a:ext uri="{FF2B5EF4-FFF2-40B4-BE49-F238E27FC236}">
                    <a16:creationId xmlns:a16="http://schemas.microsoft.com/office/drawing/2014/main" id="{3ACCB795-8415-4B12-982F-721BAD8283CB}"/>
                  </a:ext>
                </a:extLst>
              </p:cNvPr>
              <p:cNvSpPr/>
              <p:nvPr/>
            </p:nvSpPr>
            <p:spPr>
              <a:xfrm>
                <a:off x="7458002" y="1689180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FDEFE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12" name="矩形 111">
                <a:extLst>
                  <a:ext uri="{FF2B5EF4-FFF2-40B4-BE49-F238E27FC236}">
                    <a16:creationId xmlns:a16="http://schemas.microsoft.com/office/drawing/2014/main" id="{54C34440-D4BF-4384-88B0-DCB6192D8B28}"/>
                  </a:ext>
                </a:extLst>
              </p:cNvPr>
              <p:cNvSpPr/>
              <p:nvPr/>
            </p:nvSpPr>
            <p:spPr>
              <a:xfrm>
                <a:off x="7983937" y="1689179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FDEFE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13" name="矩形 112">
                <a:extLst>
                  <a:ext uri="{FF2B5EF4-FFF2-40B4-BE49-F238E27FC236}">
                    <a16:creationId xmlns:a16="http://schemas.microsoft.com/office/drawing/2014/main" id="{F9B3FEAD-0620-41A4-9076-576B155D4281}"/>
                  </a:ext>
                </a:extLst>
              </p:cNvPr>
              <p:cNvSpPr/>
              <p:nvPr/>
            </p:nvSpPr>
            <p:spPr>
              <a:xfrm>
                <a:off x="8509872" y="1689179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FDEFE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14" name="矩形 113">
                <a:extLst>
                  <a:ext uri="{FF2B5EF4-FFF2-40B4-BE49-F238E27FC236}">
                    <a16:creationId xmlns:a16="http://schemas.microsoft.com/office/drawing/2014/main" id="{C013B66F-621E-4508-BDEF-2644502292F7}"/>
                  </a:ext>
                </a:extLst>
              </p:cNvPr>
              <p:cNvSpPr/>
              <p:nvPr/>
            </p:nvSpPr>
            <p:spPr>
              <a:xfrm>
                <a:off x="9035807" y="1689178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FDEFE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15" name="矩形 114">
                <a:extLst>
                  <a:ext uri="{FF2B5EF4-FFF2-40B4-BE49-F238E27FC236}">
                    <a16:creationId xmlns:a16="http://schemas.microsoft.com/office/drawing/2014/main" id="{8D80A692-86CE-4A71-9A35-379A6D38993A}"/>
                  </a:ext>
                </a:extLst>
              </p:cNvPr>
              <p:cNvSpPr/>
              <p:nvPr/>
            </p:nvSpPr>
            <p:spPr>
              <a:xfrm>
                <a:off x="5880197" y="2215114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FDEFE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16" name="矩形 115">
                <a:extLst>
                  <a:ext uri="{FF2B5EF4-FFF2-40B4-BE49-F238E27FC236}">
                    <a16:creationId xmlns:a16="http://schemas.microsoft.com/office/drawing/2014/main" id="{B6252A3A-EADE-46BA-9695-FA18484629C8}"/>
                  </a:ext>
                </a:extLst>
              </p:cNvPr>
              <p:cNvSpPr/>
              <p:nvPr/>
            </p:nvSpPr>
            <p:spPr>
              <a:xfrm>
                <a:off x="6406132" y="2215113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FDEFE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17" name="矩形 116">
                <a:extLst>
                  <a:ext uri="{FF2B5EF4-FFF2-40B4-BE49-F238E27FC236}">
                    <a16:creationId xmlns:a16="http://schemas.microsoft.com/office/drawing/2014/main" id="{3662BCF0-8A68-4CB9-8261-50EE902528BC}"/>
                  </a:ext>
                </a:extLst>
              </p:cNvPr>
              <p:cNvSpPr/>
              <p:nvPr/>
            </p:nvSpPr>
            <p:spPr>
              <a:xfrm>
                <a:off x="6932067" y="2215113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FDEFE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18" name="矩形 117">
                <a:extLst>
                  <a:ext uri="{FF2B5EF4-FFF2-40B4-BE49-F238E27FC236}">
                    <a16:creationId xmlns:a16="http://schemas.microsoft.com/office/drawing/2014/main" id="{C2776208-1FED-4831-8BE6-A9FEB94298F2}"/>
                  </a:ext>
                </a:extLst>
              </p:cNvPr>
              <p:cNvSpPr/>
              <p:nvPr/>
            </p:nvSpPr>
            <p:spPr>
              <a:xfrm>
                <a:off x="7458002" y="2215114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FDEFE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19" name="矩形 118">
                <a:extLst>
                  <a:ext uri="{FF2B5EF4-FFF2-40B4-BE49-F238E27FC236}">
                    <a16:creationId xmlns:a16="http://schemas.microsoft.com/office/drawing/2014/main" id="{BB7CB991-0527-4651-978A-F914E2B451C5}"/>
                  </a:ext>
                </a:extLst>
              </p:cNvPr>
              <p:cNvSpPr/>
              <p:nvPr/>
            </p:nvSpPr>
            <p:spPr>
              <a:xfrm>
                <a:off x="7983937" y="2215113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FDEFE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20" name="矩形 119">
                <a:extLst>
                  <a:ext uri="{FF2B5EF4-FFF2-40B4-BE49-F238E27FC236}">
                    <a16:creationId xmlns:a16="http://schemas.microsoft.com/office/drawing/2014/main" id="{3EBF4A80-C98A-43AF-ACD6-122625327F82}"/>
                  </a:ext>
                </a:extLst>
              </p:cNvPr>
              <p:cNvSpPr/>
              <p:nvPr/>
            </p:nvSpPr>
            <p:spPr>
              <a:xfrm>
                <a:off x="8509872" y="2215113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FDEFE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21" name="矩形 120">
                <a:extLst>
                  <a:ext uri="{FF2B5EF4-FFF2-40B4-BE49-F238E27FC236}">
                    <a16:creationId xmlns:a16="http://schemas.microsoft.com/office/drawing/2014/main" id="{DA800838-62F7-498A-BA06-2088D7D1875B}"/>
                  </a:ext>
                </a:extLst>
              </p:cNvPr>
              <p:cNvSpPr/>
              <p:nvPr/>
            </p:nvSpPr>
            <p:spPr>
              <a:xfrm>
                <a:off x="9035807" y="2215112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FDEFE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22" name="矩形 121">
                <a:extLst>
                  <a:ext uri="{FF2B5EF4-FFF2-40B4-BE49-F238E27FC236}">
                    <a16:creationId xmlns:a16="http://schemas.microsoft.com/office/drawing/2014/main" id="{92F13E29-4FE2-428D-9A31-FB456F970958}"/>
                  </a:ext>
                </a:extLst>
              </p:cNvPr>
              <p:cNvSpPr/>
              <p:nvPr/>
            </p:nvSpPr>
            <p:spPr>
              <a:xfrm>
                <a:off x="5880197" y="2741049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FDEFE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23" name="矩形 122">
                <a:extLst>
                  <a:ext uri="{FF2B5EF4-FFF2-40B4-BE49-F238E27FC236}">
                    <a16:creationId xmlns:a16="http://schemas.microsoft.com/office/drawing/2014/main" id="{3C3F5C4F-0872-47EB-8F1D-06C2F76232AE}"/>
                  </a:ext>
                </a:extLst>
              </p:cNvPr>
              <p:cNvSpPr/>
              <p:nvPr/>
            </p:nvSpPr>
            <p:spPr>
              <a:xfrm>
                <a:off x="6406132" y="2741048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FDEFE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24" name="矩形 123">
                <a:extLst>
                  <a:ext uri="{FF2B5EF4-FFF2-40B4-BE49-F238E27FC236}">
                    <a16:creationId xmlns:a16="http://schemas.microsoft.com/office/drawing/2014/main" id="{D21883B3-E803-4C8B-891B-3BE5EDB870E9}"/>
                  </a:ext>
                </a:extLst>
              </p:cNvPr>
              <p:cNvSpPr/>
              <p:nvPr/>
            </p:nvSpPr>
            <p:spPr>
              <a:xfrm>
                <a:off x="6932067" y="2741048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FDEFE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25" name="矩形 124">
                <a:extLst>
                  <a:ext uri="{FF2B5EF4-FFF2-40B4-BE49-F238E27FC236}">
                    <a16:creationId xmlns:a16="http://schemas.microsoft.com/office/drawing/2014/main" id="{D2C02E87-7BAD-4565-BDD5-3AE9B7C91618}"/>
                  </a:ext>
                </a:extLst>
              </p:cNvPr>
              <p:cNvSpPr/>
              <p:nvPr/>
            </p:nvSpPr>
            <p:spPr>
              <a:xfrm>
                <a:off x="7458002" y="2741049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FDEFE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26" name="矩形 125">
                <a:extLst>
                  <a:ext uri="{FF2B5EF4-FFF2-40B4-BE49-F238E27FC236}">
                    <a16:creationId xmlns:a16="http://schemas.microsoft.com/office/drawing/2014/main" id="{494730D4-24B2-48A5-8896-120A948E0C7D}"/>
                  </a:ext>
                </a:extLst>
              </p:cNvPr>
              <p:cNvSpPr/>
              <p:nvPr/>
            </p:nvSpPr>
            <p:spPr>
              <a:xfrm>
                <a:off x="7983937" y="2741048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FDEFE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27" name="矩形 126">
                <a:extLst>
                  <a:ext uri="{FF2B5EF4-FFF2-40B4-BE49-F238E27FC236}">
                    <a16:creationId xmlns:a16="http://schemas.microsoft.com/office/drawing/2014/main" id="{F06235F6-B99A-40E6-9BEC-65208FB7C1FB}"/>
                  </a:ext>
                </a:extLst>
              </p:cNvPr>
              <p:cNvSpPr/>
              <p:nvPr/>
            </p:nvSpPr>
            <p:spPr>
              <a:xfrm>
                <a:off x="8509872" y="2741048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FDEFE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28" name="矩形 127">
                <a:extLst>
                  <a:ext uri="{FF2B5EF4-FFF2-40B4-BE49-F238E27FC236}">
                    <a16:creationId xmlns:a16="http://schemas.microsoft.com/office/drawing/2014/main" id="{FFF7F284-727D-459E-8B5F-F497C185D799}"/>
                  </a:ext>
                </a:extLst>
              </p:cNvPr>
              <p:cNvSpPr/>
              <p:nvPr/>
            </p:nvSpPr>
            <p:spPr>
              <a:xfrm>
                <a:off x="9035807" y="2741047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FDEFE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29" name="矩形 128">
                <a:extLst>
                  <a:ext uri="{FF2B5EF4-FFF2-40B4-BE49-F238E27FC236}">
                    <a16:creationId xmlns:a16="http://schemas.microsoft.com/office/drawing/2014/main" id="{D4252289-4DA5-45CE-99BB-0C8324A3F507}"/>
                  </a:ext>
                </a:extLst>
              </p:cNvPr>
              <p:cNvSpPr/>
              <p:nvPr/>
            </p:nvSpPr>
            <p:spPr>
              <a:xfrm>
                <a:off x="5880197" y="3266984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FDEFE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30" name="矩形 129">
                <a:extLst>
                  <a:ext uri="{FF2B5EF4-FFF2-40B4-BE49-F238E27FC236}">
                    <a16:creationId xmlns:a16="http://schemas.microsoft.com/office/drawing/2014/main" id="{89AF9DBA-8F03-40A2-8FE3-847A532E1ADF}"/>
                  </a:ext>
                </a:extLst>
              </p:cNvPr>
              <p:cNvSpPr/>
              <p:nvPr/>
            </p:nvSpPr>
            <p:spPr>
              <a:xfrm>
                <a:off x="6406132" y="3266983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FDEFE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31" name="矩形 130">
                <a:extLst>
                  <a:ext uri="{FF2B5EF4-FFF2-40B4-BE49-F238E27FC236}">
                    <a16:creationId xmlns:a16="http://schemas.microsoft.com/office/drawing/2014/main" id="{83B810F3-60F5-4B3B-96DA-768578EC79C8}"/>
                  </a:ext>
                </a:extLst>
              </p:cNvPr>
              <p:cNvSpPr/>
              <p:nvPr/>
            </p:nvSpPr>
            <p:spPr>
              <a:xfrm>
                <a:off x="6932067" y="3266983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FDEFE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32" name="矩形 131">
                <a:extLst>
                  <a:ext uri="{FF2B5EF4-FFF2-40B4-BE49-F238E27FC236}">
                    <a16:creationId xmlns:a16="http://schemas.microsoft.com/office/drawing/2014/main" id="{FA9B9002-4214-4C1E-B295-05DA94B3DC93}"/>
                  </a:ext>
                </a:extLst>
              </p:cNvPr>
              <p:cNvSpPr/>
              <p:nvPr/>
            </p:nvSpPr>
            <p:spPr>
              <a:xfrm>
                <a:off x="7458002" y="3266984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FDEFE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33" name="矩形 132">
                <a:extLst>
                  <a:ext uri="{FF2B5EF4-FFF2-40B4-BE49-F238E27FC236}">
                    <a16:creationId xmlns:a16="http://schemas.microsoft.com/office/drawing/2014/main" id="{A2BD4616-FB42-4991-B58F-2D8F755E320D}"/>
                  </a:ext>
                </a:extLst>
              </p:cNvPr>
              <p:cNvSpPr/>
              <p:nvPr/>
            </p:nvSpPr>
            <p:spPr>
              <a:xfrm>
                <a:off x="7983937" y="3266983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FDEFE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34" name="矩形 133">
                <a:extLst>
                  <a:ext uri="{FF2B5EF4-FFF2-40B4-BE49-F238E27FC236}">
                    <a16:creationId xmlns:a16="http://schemas.microsoft.com/office/drawing/2014/main" id="{082D4E6E-69AB-4183-92E6-DB9047BFA1AF}"/>
                  </a:ext>
                </a:extLst>
              </p:cNvPr>
              <p:cNvSpPr/>
              <p:nvPr/>
            </p:nvSpPr>
            <p:spPr>
              <a:xfrm>
                <a:off x="8509872" y="3266983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FDEFE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35" name="矩形 134">
                <a:extLst>
                  <a:ext uri="{FF2B5EF4-FFF2-40B4-BE49-F238E27FC236}">
                    <a16:creationId xmlns:a16="http://schemas.microsoft.com/office/drawing/2014/main" id="{A721777B-68FB-4E92-9799-1B61A43E3A91}"/>
                  </a:ext>
                </a:extLst>
              </p:cNvPr>
              <p:cNvSpPr/>
              <p:nvPr/>
            </p:nvSpPr>
            <p:spPr>
              <a:xfrm>
                <a:off x="9035807" y="3266982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FDEFE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cxnSp>
            <p:nvCxnSpPr>
              <p:cNvPr id="136" name="直接连接符 135">
                <a:extLst>
                  <a:ext uri="{FF2B5EF4-FFF2-40B4-BE49-F238E27FC236}">
                    <a16:creationId xmlns:a16="http://schemas.microsoft.com/office/drawing/2014/main" id="{0C86DB33-6986-40EB-A0FC-1F8388639D87}"/>
                  </a:ext>
                </a:extLst>
              </p:cNvPr>
              <p:cNvCxnSpPr/>
              <p:nvPr/>
            </p:nvCxnSpPr>
            <p:spPr>
              <a:xfrm>
                <a:off x="6932066" y="637308"/>
                <a:ext cx="525935" cy="525935"/>
              </a:xfrm>
              <a:prstGeom prst="line">
                <a:avLst/>
              </a:prstGeom>
              <a:ln w="38100">
                <a:solidFill>
                  <a:srgbClr val="FDEFE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直接连接符 136">
                <a:extLst>
                  <a:ext uri="{FF2B5EF4-FFF2-40B4-BE49-F238E27FC236}">
                    <a16:creationId xmlns:a16="http://schemas.microsoft.com/office/drawing/2014/main" id="{F6104CDC-E365-4546-9146-35589539B36D}"/>
                  </a:ext>
                </a:extLst>
              </p:cNvPr>
              <p:cNvCxnSpPr/>
              <p:nvPr/>
            </p:nvCxnSpPr>
            <p:spPr>
              <a:xfrm>
                <a:off x="6406130" y="1163241"/>
                <a:ext cx="525935" cy="525935"/>
              </a:xfrm>
              <a:prstGeom prst="line">
                <a:avLst/>
              </a:prstGeom>
              <a:ln w="38100">
                <a:solidFill>
                  <a:srgbClr val="FDEFE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直接连接符 137">
                <a:extLst>
                  <a:ext uri="{FF2B5EF4-FFF2-40B4-BE49-F238E27FC236}">
                    <a16:creationId xmlns:a16="http://schemas.microsoft.com/office/drawing/2014/main" id="{14234826-ECF6-456D-B670-42D9E4D407D9}"/>
                  </a:ext>
                </a:extLst>
              </p:cNvPr>
              <p:cNvCxnSpPr/>
              <p:nvPr/>
            </p:nvCxnSpPr>
            <p:spPr>
              <a:xfrm>
                <a:off x="7983937" y="1163240"/>
                <a:ext cx="525935" cy="525935"/>
              </a:xfrm>
              <a:prstGeom prst="line">
                <a:avLst/>
              </a:prstGeom>
              <a:ln w="38100">
                <a:solidFill>
                  <a:srgbClr val="FDEFE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直接连接符 138">
                <a:extLst>
                  <a:ext uri="{FF2B5EF4-FFF2-40B4-BE49-F238E27FC236}">
                    <a16:creationId xmlns:a16="http://schemas.microsoft.com/office/drawing/2014/main" id="{6923E78F-D00B-49E0-8022-D012F6FFC8D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509871" y="1163239"/>
                <a:ext cx="1051871" cy="1051866"/>
              </a:xfrm>
              <a:prstGeom prst="line">
                <a:avLst/>
              </a:prstGeom>
              <a:ln w="38100">
                <a:solidFill>
                  <a:srgbClr val="FDEFE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直接连接符 139">
                <a:extLst>
                  <a:ext uri="{FF2B5EF4-FFF2-40B4-BE49-F238E27FC236}">
                    <a16:creationId xmlns:a16="http://schemas.microsoft.com/office/drawing/2014/main" id="{86E9ED5F-EE1E-499F-ADB8-E06AAD081D2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80194" y="1689181"/>
                <a:ext cx="1051871" cy="1051866"/>
              </a:xfrm>
              <a:prstGeom prst="line">
                <a:avLst/>
              </a:prstGeom>
              <a:ln w="38100">
                <a:solidFill>
                  <a:srgbClr val="FDEFE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直接连接符 140">
                <a:extLst>
                  <a:ext uri="{FF2B5EF4-FFF2-40B4-BE49-F238E27FC236}">
                    <a16:creationId xmlns:a16="http://schemas.microsoft.com/office/drawing/2014/main" id="{CFC8A694-990A-4288-A787-E80D840A1D3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57999" y="1689181"/>
                <a:ext cx="1051871" cy="1051866"/>
              </a:xfrm>
              <a:prstGeom prst="line">
                <a:avLst/>
              </a:prstGeom>
              <a:ln w="38100">
                <a:solidFill>
                  <a:srgbClr val="FDEFE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直接连接符 141">
                <a:extLst>
                  <a:ext uri="{FF2B5EF4-FFF2-40B4-BE49-F238E27FC236}">
                    <a16:creationId xmlns:a16="http://schemas.microsoft.com/office/drawing/2014/main" id="{65CB0A9D-BA85-41CE-8E3A-F725327D83F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509870" y="2215114"/>
                <a:ext cx="1051871" cy="1051866"/>
              </a:xfrm>
              <a:prstGeom prst="line">
                <a:avLst/>
              </a:prstGeom>
              <a:ln w="38100">
                <a:solidFill>
                  <a:srgbClr val="FDEFE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" name="直接连接符 142">
                <a:extLst>
                  <a:ext uri="{FF2B5EF4-FFF2-40B4-BE49-F238E27FC236}">
                    <a16:creationId xmlns:a16="http://schemas.microsoft.com/office/drawing/2014/main" id="{E96BBFEE-4B9D-427F-BAF6-3F1304736348}"/>
                  </a:ext>
                </a:extLst>
              </p:cNvPr>
              <p:cNvCxnSpPr/>
              <p:nvPr/>
            </p:nvCxnSpPr>
            <p:spPr>
              <a:xfrm>
                <a:off x="5880192" y="2741047"/>
                <a:ext cx="525935" cy="525935"/>
              </a:xfrm>
              <a:prstGeom prst="line">
                <a:avLst/>
              </a:prstGeom>
              <a:ln w="38100">
                <a:solidFill>
                  <a:srgbClr val="FDEFE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直接连接符 143">
                <a:extLst>
                  <a:ext uri="{FF2B5EF4-FFF2-40B4-BE49-F238E27FC236}">
                    <a16:creationId xmlns:a16="http://schemas.microsoft.com/office/drawing/2014/main" id="{00F9AF85-12ED-4FC2-990E-2784D310ED98}"/>
                  </a:ext>
                </a:extLst>
              </p:cNvPr>
              <p:cNvCxnSpPr/>
              <p:nvPr/>
            </p:nvCxnSpPr>
            <p:spPr>
              <a:xfrm>
                <a:off x="6932060" y="3266981"/>
                <a:ext cx="525935" cy="525935"/>
              </a:xfrm>
              <a:prstGeom prst="line">
                <a:avLst/>
              </a:prstGeom>
              <a:ln w="38100">
                <a:solidFill>
                  <a:srgbClr val="FDEFE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直接连接符 144">
                <a:extLst>
                  <a:ext uri="{FF2B5EF4-FFF2-40B4-BE49-F238E27FC236}">
                    <a16:creationId xmlns:a16="http://schemas.microsoft.com/office/drawing/2014/main" id="{5F6C914C-9CBC-40A9-A7D5-98A9E8257037}"/>
                  </a:ext>
                </a:extLst>
              </p:cNvPr>
              <p:cNvCxnSpPr/>
              <p:nvPr/>
            </p:nvCxnSpPr>
            <p:spPr>
              <a:xfrm>
                <a:off x="7457994" y="2741044"/>
                <a:ext cx="525935" cy="525935"/>
              </a:xfrm>
              <a:prstGeom prst="line">
                <a:avLst/>
              </a:prstGeom>
              <a:ln w="38100">
                <a:solidFill>
                  <a:srgbClr val="FDEFE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6" name="组合 175">
              <a:extLst>
                <a:ext uri="{FF2B5EF4-FFF2-40B4-BE49-F238E27FC236}">
                  <a16:creationId xmlns:a16="http://schemas.microsoft.com/office/drawing/2014/main" id="{E5641CDC-FE72-4C73-8B6B-776398046308}"/>
                </a:ext>
              </a:extLst>
            </p:cNvPr>
            <p:cNvGrpSpPr/>
            <p:nvPr/>
          </p:nvGrpSpPr>
          <p:grpSpPr>
            <a:xfrm>
              <a:off x="5729720" y="203993"/>
              <a:ext cx="3981174" cy="369332"/>
              <a:chOff x="5729720" y="203993"/>
              <a:chExt cx="3981174" cy="369332"/>
            </a:xfrm>
          </p:grpSpPr>
          <p:sp>
            <p:nvSpPr>
              <p:cNvPr id="147" name="文本框 146">
                <a:extLst>
                  <a:ext uri="{FF2B5EF4-FFF2-40B4-BE49-F238E27FC236}">
                    <a16:creationId xmlns:a16="http://schemas.microsoft.com/office/drawing/2014/main" id="{424475C6-0F3E-4841-8CEE-D763D2E0FD37}"/>
                  </a:ext>
                </a:extLst>
              </p:cNvPr>
              <p:cNvSpPr txBox="1"/>
              <p:nvPr/>
            </p:nvSpPr>
            <p:spPr>
              <a:xfrm>
                <a:off x="5729720" y="203993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8CCB9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0</a:t>
                </a:r>
                <a:endParaRPr lang="zh-CN" altLang="en-US" dirty="0">
                  <a:solidFill>
                    <a:srgbClr val="F8CCB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48" name="文本框 147">
                <a:extLst>
                  <a:ext uri="{FF2B5EF4-FFF2-40B4-BE49-F238E27FC236}">
                    <a16:creationId xmlns:a16="http://schemas.microsoft.com/office/drawing/2014/main" id="{495AE866-8E76-476C-941A-7D26417C8404}"/>
                  </a:ext>
                </a:extLst>
              </p:cNvPr>
              <p:cNvSpPr txBox="1"/>
              <p:nvPr/>
            </p:nvSpPr>
            <p:spPr>
              <a:xfrm>
                <a:off x="6255655" y="203993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8CCB9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1</a:t>
                </a:r>
                <a:endParaRPr lang="zh-CN" altLang="en-US" dirty="0">
                  <a:solidFill>
                    <a:srgbClr val="F8CCB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49" name="文本框 148">
                <a:extLst>
                  <a:ext uri="{FF2B5EF4-FFF2-40B4-BE49-F238E27FC236}">
                    <a16:creationId xmlns:a16="http://schemas.microsoft.com/office/drawing/2014/main" id="{8B016742-212C-4DD5-8A1C-0345C41AA4B2}"/>
                  </a:ext>
                </a:extLst>
              </p:cNvPr>
              <p:cNvSpPr txBox="1"/>
              <p:nvPr/>
            </p:nvSpPr>
            <p:spPr>
              <a:xfrm>
                <a:off x="6781590" y="203993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8CCB9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2</a:t>
                </a:r>
                <a:endParaRPr lang="zh-CN" altLang="en-US" dirty="0">
                  <a:solidFill>
                    <a:srgbClr val="F8CCB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50" name="文本框 149">
                <a:extLst>
                  <a:ext uri="{FF2B5EF4-FFF2-40B4-BE49-F238E27FC236}">
                    <a16:creationId xmlns:a16="http://schemas.microsoft.com/office/drawing/2014/main" id="{1D389605-C299-47B3-A1FD-D9653B4EAF16}"/>
                  </a:ext>
                </a:extLst>
              </p:cNvPr>
              <p:cNvSpPr txBox="1"/>
              <p:nvPr/>
            </p:nvSpPr>
            <p:spPr>
              <a:xfrm>
                <a:off x="7307528" y="203993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8CCB9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3</a:t>
                </a:r>
                <a:endParaRPr lang="zh-CN" altLang="en-US" dirty="0">
                  <a:solidFill>
                    <a:srgbClr val="F8CCB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51" name="文本框 150">
                <a:extLst>
                  <a:ext uri="{FF2B5EF4-FFF2-40B4-BE49-F238E27FC236}">
                    <a16:creationId xmlns:a16="http://schemas.microsoft.com/office/drawing/2014/main" id="{2F5B78DD-177D-4765-8205-43881D0A0A9F}"/>
                  </a:ext>
                </a:extLst>
              </p:cNvPr>
              <p:cNvSpPr txBox="1"/>
              <p:nvPr/>
            </p:nvSpPr>
            <p:spPr>
              <a:xfrm>
                <a:off x="7833463" y="203993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8CCB9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4</a:t>
                </a:r>
                <a:endParaRPr lang="zh-CN" altLang="en-US" dirty="0">
                  <a:solidFill>
                    <a:srgbClr val="F8CCB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52" name="文本框 151">
                <a:extLst>
                  <a:ext uri="{FF2B5EF4-FFF2-40B4-BE49-F238E27FC236}">
                    <a16:creationId xmlns:a16="http://schemas.microsoft.com/office/drawing/2014/main" id="{385A5570-FA5D-4DFC-AE67-FCF87BF55CBE}"/>
                  </a:ext>
                </a:extLst>
              </p:cNvPr>
              <p:cNvSpPr txBox="1"/>
              <p:nvPr/>
            </p:nvSpPr>
            <p:spPr>
              <a:xfrm>
                <a:off x="8359398" y="203993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8CCB9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5</a:t>
                </a:r>
                <a:endParaRPr lang="zh-CN" altLang="en-US" dirty="0">
                  <a:solidFill>
                    <a:srgbClr val="F8CCB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53" name="文本框 152">
                <a:extLst>
                  <a:ext uri="{FF2B5EF4-FFF2-40B4-BE49-F238E27FC236}">
                    <a16:creationId xmlns:a16="http://schemas.microsoft.com/office/drawing/2014/main" id="{3CBE8B05-DADC-4930-8A01-7C46D910FE35}"/>
                  </a:ext>
                </a:extLst>
              </p:cNvPr>
              <p:cNvSpPr txBox="1"/>
              <p:nvPr/>
            </p:nvSpPr>
            <p:spPr>
              <a:xfrm>
                <a:off x="8884016" y="203993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8CCB9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6</a:t>
                </a:r>
                <a:endParaRPr lang="zh-CN" altLang="en-US" dirty="0">
                  <a:solidFill>
                    <a:srgbClr val="F8CCB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54" name="文本框 153">
                <a:extLst>
                  <a:ext uri="{FF2B5EF4-FFF2-40B4-BE49-F238E27FC236}">
                    <a16:creationId xmlns:a16="http://schemas.microsoft.com/office/drawing/2014/main" id="{B3DF8EC7-CB72-4197-BE7E-EEBF6856491C}"/>
                  </a:ext>
                </a:extLst>
              </p:cNvPr>
              <p:cNvSpPr txBox="1"/>
              <p:nvPr/>
            </p:nvSpPr>
            <p:spPr>
              <a:xfrm>
                <a:off x="9409951" y="203993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8CCB9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7</a:t>
                </a:r>
                <a:endParaRPr lang="zh-CN" altLang="en-US" dirty="0">
                  <a:solidFill>
                    <a:srgbClr val="F8CCB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</p:grpSp>
        <p:grpSp>
          <p:nvGrpSpPr>
            <p:cNvPr id="177" name="组合 176">
              <a:extLst>
                <a:ext uri="{FF2B5EF4-FFF2-40B4-BE49-F238E27FC236}">
                  <a16:creationId xmlns:a16="http://schemas.microsoft.com/office/drawing/2014/main" id="{9E838EE2-969B-41C6-9C86-60641330B95A}"/>
                </a:ext>
              </a:extLst>
            </p:cNvPr>
            <p:cNvGrpSpPr/>
            <p:nvPr/>
          </p:nvGrpSpPr>
          <p:grpSpPr>
            <a:xfrm>
              <a:off x="5504724" y="452642"/>
              <a:ext cx="300944" cy="3524855"/>
              <a:chOff x="5504724" y="452642"/>
              <a:chExt cx="300944" cy="3524855"/>
            </a:xfrm>
          </p:grpSpPr>
          <p:sp>
            <p:nvSpPr>
              <p:cNvPr id="155" name="文本框 154">
                <a:extLst>
                  <a:ext uri="{FF2B5EF4-FFF2-40B4-BE49-F238E27FC236}">
                    <a16:creationId xmlns:a16="http://schemas.microsoft.com/office/drawing/2014/main" id="{957F2C52-88F8-457A-B853-F429C718CF69}"/>
                  </a:ext>
                </a:extLst>
              </p:cNvPr>
              <p:cNvSpPr txBox="1"/>
              <p:nvPr/>
            </p:nvSpPr>
            <p:spPr>
              <a:xfrm>
                <a:off x="5504725" y="452642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8CCB9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0</a:t>
                </a:r>
                <a:endParaRPr lang="zh-CN" altLang="en-US" dirty="0">
                  <a:solidFill>
                    <a:srgbClr val="F8CCB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56" name="文本框 155">
                <a:extLst>
                  <a:ext uri="{FF2B5EF4-FFF2-40B4-BE49-F238E27FC236}">
                    <a16:creationId xmlns:a16="http://schemas.microsoft.com/office/drawing/2014/main" id="{C8A12EA1-8108-4C52-8AB6-9F06E16DD86F}"/>
                  </a:ext>
                </a:extLst>
              </p:cNvPr>
              <p:cNvSpPr txBox="1"/>
              <p:nvPr/>
            </p:nvSpPr>
            <p:spPr>
              <a:xfrm>
                <a:off x="5504725" y="978573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8CCB9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1</a:t>
                </a:r>
                <a:endParaRPr lang="zh-CN" altLang="en-US" dirty="0">
                  <a:solidFill>
                    <a:srgbClr val="F8CCB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57" name="文本框 156">
                <a:extLst>
                  <a:ext uri="{FF2B5EF4-FFF2-40B4-BE49-F238E27FC236}">
                    <a16:creationId xmlns:a16="http://schemas.microsoft.com/office/drawing/2014/main" id="{F88B6614-3200-4E26-8569-9D9FDBEE73D2}"/>
                  </a:ext>
                </a:extLst>
              </p:cNvPr>
              <p:cNvSpPr txBox="1"/>
              <p:nvPr/>
            </p:nvSpPr>
            <p:spPr>
              <a:xfrm>
                <a:off x="5504725" y="1504504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8CCB9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2</a:t>
                </a:r>
                <a:endParaRPr lang="zh-CN" altLang="en-US" dirty="0">
                  <a:solidFill>
                    <a:srgbClr val="F8CCB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58" name="文本框 157">
                <a:extLst>
                  <a:ext uri="{FF2B5EF4-FFF2-40B4-BE49-F238E27FC236}">
                    <a16:creationId xmlns:a16="http://schemas.microsoft.com/office/drawing/2014/main" id="{66014761-0E79-4130-8830-DC9E89174C46}"/>
                  </a:ext>
                </a:extLst>
              </p:cNvPr>
              <p:cNvSpPr txBox="1"/>
              <p:nvPr/>
            </p:nvSpPr>
            <p:spPr>
              <a:xfrm>
                <a:off x="5504725" y="2030372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8CCB9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3</a:t>
                </a:r>
                <a:endParaRPr lang="zh-CN" altLang="en-US" dirty="0">
                  <a:solidFill>
                    <a:srgbClr val="F8CCB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59" name="文本框 158">
                <a:extLst>
                  <a:ext uri="{FF2B5EF4-FFF2-40B4-BE49-F238E27FC236}">
                    <a16:creationId xmlns:a16="http://schemas.microsoft.com/office/drawing/2014/main" id="{E8C3E625-93BF-48B6-A33E-86B79858044A}"/>
                  </a:ext>
                </a:extLst>
              </p:cNvPr>
              <p:cNvSpPr txBox="1"/>
              <p:nvPr/>
            </p:nvSpPr>
            <p:spPr>
              <a:xfrm>
                <a:off x="5504725" y="2556303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8CCB9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4</a:t>
                </a:r>
                <a:endParaRPr lang="zh-CN" altLang="en-US" dirty="0">
                  <a:solidFill>
                    <a:srgbClr val="F8CCB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60" name="文本框 159">
                <a:extLst>
                  <a:ext uri="{FF2B5EF4-FFF2-40B4-BE49-F238E27FC236}">
                    <a16:creationId xmlns:a16="http://schemas.microsoft.com/office/drawing/2014/main" id="{9457BB0F-C48C-41AF-BE5E-22D71EFD23D9}"/>
                  </a:ext>
                </a:extLst>
              </p:cNvPr>
              <p:cNvSpPr txBox="1"/>
              <p:nvPr/>
            </p:nvSpPr>
            <p:spPr>
              <a:xfrm>
                <a:off x="5504725" y="3082234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8CCB9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5</a:t>
                </a:r>
                <a:endParaRPr lang="zh-CN" altLang="en-US" dirty="0">
                  <a:solidFill>
                    <a:srgbClr val="F8CCB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61" name="文本框 160">
                <a:extLst>
                  <a:ext uri="{FF2B5EF4-FFF2-40B4-BE49-F238E27FC236}">
                    <a16:creationId xmlns:a16="http://schemas.microsoft.com/office/drawing/2014/main" id="{280B43A9-515B-4B77-8102-EBDF053561F5}"/>
                  </a:ext>
                </a:extLst>
              </p:cNvPr>
              <p:cNvSpPr txBox="1"/>
              <p:nvPr/>
            </p:nvSpPr>
            <p:spPr>
              <a:xfrm>
                <a:off x="5504724" y="3608165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8CCB9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6</a:t>
                </a:r>
                <a:endParaRPr lang="zh-CN" altLang="en-US" dirty="0">
                  <a:solidFill>
                    <a:srgbClr val="F8CCB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</p:grpSp>
        <p:grpSp>
          <p:nvGrpSpPr>
            <p:cNvPr id="162" name="组合 161">
              <a:extLst>
                <a:ext uri="{FF2B5EF4-FFF2-40B4-BE49-F238E27FC236}">
                  <a16:creationId xmlns:a16="http://schemas.microsoft.com/office/drawing/2014/main" id="{CE354ED4-EE4A-49E6-870C-126CFAE6A5CE}"/>
                </a:ext>
              </a:extLst>
            </p:cNvPr>
            <p:cNvGrpSpPr/>
            <p:nvPr/>
          </p:nvGrpSpPr>
          <p:grpSpPr>
            <a:xfrm>
              <a:off x="5992687" y="715609"/>
              <a:ext cx="3944963" cy="3510625"/>
              <a:chOff x="3349410" y="2487422"/>
              <a:chExt cx="3944963" cy="3510625"/>
            </a:xfrm>
          </p:grpSpPr>
          <p:sp>
            <p:nvSpPr>
              <p:cNvPr id="163" name="文本框 162">
                <a:extLst>
                  <a:ext uri="{FF2B5EF4-FFF2-40B4-BE49-F238E27FC236}">
                    <a16:creationId xmlns:a16="http://schemas.microsoft.com/office/drawing/2014/main" id="{D38C4BB3-7874-4DEF-B628-5EFE8F63A65D}"/>
                  </a:ext>
                </a:extLst>
              </p:cNvPr>
              <p:cNvSpPr txBox="1"/>
              <p:nvPr/>
            </p:nvSpPr>
            <p:spPr>
              <a:xfrm>
                <a:off x="6988541" y="2487422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DEFE8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C</a:t>
                </a:r>
                <a:endParaRPr lang="zh-CN" altLang="en-US" dirty="0">
                  <a:solidFill>
                    <a:srgbClr val="FDEFE8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64" name="文本框 163">
                <a:extLst>
                  <a:ext uri="{FF2B5EF4-FFF2-40B4-BE49-F238E27FC236}">
                    <a16:creationId xmlns:a16="http://schemas.microsoft.com/office/drawing/2014/main" id="{ED55204F-34B2-461D-A60D-91EA62C36165}"/>
                  </a:ext>
                </a:extLst>
              </p:cNvPr>
              <p:cNvSpPr txBox="1"/>
              <p:nvPr/>
            </p:nvSpPr>
            <p:spPr>
              <a:xfrm>
                <a:off x="6988541" y="3013354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DEFE8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B</a:t>
                </a:r>
                <a:endParaRPr lang="zh-CN" altLang="en-US" dirty="0">
                  <a:solidFill>
                    <a:srgbClr val="FDEFE8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65" name="文本框 164">
                <a:extLst>
                  <a:ext uri="{FF2B5EF4-FFF2-40B4-BE49-F238E27FC236}">
                    <a16:creationId xmlns:a16="http://schemas.microsoft.com/office/drawing/2014/main" id="{57314B17-4635-455D-97F8-D5C5DBFF909C}"/>
                  </a:ext>
                </a:extLst>
              </p:cNvPr>
              <p:cNvSpPr txBox="1"/>
              <p:nvPr/>
            </p:nvSpPr>
            <p:spPr>
              <a:xfrm>
                <a:off x="6993430" y="3538566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DEFE8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A</a:t>
                </a:r>
                <a:endParaRPr lang="zh-CN" altLang="en-US" dirty="0">
                  <a:solidFill>
                    <a:srgbClr val="FDEFE8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66" name="文本框 165">
                <a:extLst>
                  <a:ext uri="{FF2B5EF4-FFF2-40B4-BE49-F238E27FC236}">
                    <a16:creationId xmlns:a16="http://schemas.microsoft.com/office/drawing/2014/main" id="{9C16FB2E-0783-4CE0-AD05-A4AC7D4AE56D}"/>
                  </a:ext>
                </a:extLst>
              </p:cNvPr>
              <p:cNvSpPr txBox="1"/>
              <p:nvPr/>
            </p:nvSpPr>
            <p:spPr>
              <a:xfrm>
                <a:off x="6988541" y="4063778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DEFE8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B</a:t>
                </a:r>
                <a:endParaRPr lang="zh-CN" altLang="en-US" dirty="0">
                  <a:solidFill>
                    <a:srgbClr val="FDEFE8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67" name="文本框 166">
                <a:extLst>
                  <a:ext uri="{FF2B5EF4-FFF2-40B4-BE49-F238E27FC236}">
                    <a16:creationId xmlns:a16="http://schemas.microsoft.com/office/drawing/2014/main" id="{306D1FE9-9CA5-4D5B-919A-7C5CF99C9B0C}"/>
                  </a:ext>
                </a:extLst>
              </p:cNvPr>
              <p:cNvSpPr txBox="1"/>
              <p:nvPr/>
            </p:nvSpPr>
            <p:spPr>
              <a:xfrm>
                <a:off x="6990052" y="4588990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DEFE8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A</a:t>
                </a:r>
                <a:endParaRPr lang="zh-CN" altLang="en-US" dirty="0">
                  <a:solidFill>
                    <a:srgbClr val="FDEFE8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68" name="文本框 167">
                <a:extLst>
                  <a:ext uri="{FF2B5EF4-FFF2-40B4-BE49-F238E27FC236}">
                    <a16:creationId xmlns:a16="http://schemas.microsoft.com/office/drawing/2014/main" id="{BC976022-CB54-4721-9A6D-019F24918E26}"/>
                  </a:ext>
                </a:extLst>
              </p:cNvPr>
              <p:cNvSpPr txBox="1"/>
              <p:nvPr/>
            </p:nvSpPr>
            <p:spPr>
              <a:xfrm>
                <a:off x="6988541" y="5114202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DEFE8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C</a:t>
                </a:r>
                <a:endParaRPr lang="zh-CN" altLang="en-US" dirty="0">
                  <a:solidFill>
                    <a:srgbClr val="FDEFE8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69" name="文本框 168">
                <a:extLst>
                  <a:ext uri="{FF2B5EF4-FFF2-40B4-BE49-F238E27FC236}">
                    <a16:creationId xmlns:a16="http://schemas.microsoft.com/office/drawing/2014/main" id="{E6D3DC56-E971-4679-B3D7-7945A27D13ED}"/>
                  </a:ext>
                </a:extLst>
              </p:cNvPr>
              <p:cNvSpPr txBox="1"/>
              <p:nvPr/>
            </p:nvSpPr>
            <p:spPr>
              <a:xfrm>
                <a:off x="3349410" y="5628715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DEFE8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A</a:t>
                </a:r>
                <a:endParaRPr lang="zh-CN" altLang="en-US" dirty="0">
                  <a:solidFill>
                    <a:srgbClr val="FDEFE8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70" name="文本框 169">
                <a:extLst>
                  <a:ext uri="{FF2B5EF4-FFF2-40B4-BE49-F238E27FC236}">
                    <a16:creationId xmlns:a16="http://schemas.microsoft.com/office/drawing/2014/main" id="{032683A4-DF03-4ED0-A35A-A13167A5C3B2}"/>
                  </a:ext>
                </a:extLst>
              </p:cNvPr>
              <p:cNvSpPr txBox="1"/>
              <p:nvPr/>
            </p:nvSpPr>
            <p:spPr>
              <a:xfrm>
                <a:off x="3870256" y="5628715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DEFE8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B</a:t>
                </a:r>
                <a:endParaRPr lang="zh-CN" altLang="en-US" dirty="0">
                  <a:solidFill>
                    <a:srgbClr val="FDEFE8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71" name="文本框 170">
                <a:extLst>
                  <a:ext uri="{FF2B5EF4-FFF2-40B4-BE49-F238E27FC236}">
                    <a16:creationId xmlns:a16="http://schemas.microsoft.com/office/drawing/2014/main" id="{62197063-70C5-4651-AB30-BDA864F976DA}"/>
                  </a:ext>
                </a:extLst>
              </p:cNvPr>
              <p:cNvSpPr txBox="1"/>
              <p:nvPr/>
            </p:nvSpPr>
            <p:spPr>
              <a:xfrm>
                <a:off x="4401278" y="5628715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DEFE8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C</a:t>
                </a:r>
                <a:endParaRPr lang="zh-CN" altLang="en-US" dirty="0">
                  <a:solidFill>
                    <a:srgbClr val="FDEFE8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72" name="文本框 171">
                <a:extLst>
                  <a:ext uri="{FF2B5EF4-FFF2-40B4-BE49-F238E27FC236}">
                    <a16:creationId xmlns:a16="http://schemas.microsoft.com/office/drawing/2014/main" id="{CE310B89-EB95-46C4-9FF0-BC0F15042689}"/>
                  </a:ext>
                </a:extLst>
              </p:cNvPr>
              <p:cNvSpPr txBox="1"/>
              <p:nvPr/>
            </p:nvSpPr>
            <p:spPr>
              <a:xfrm>
                <a:off x="4927212" y="5628715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DEFE8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A</a:t>
                </a:r>
                <a:endParaRPr lang="zh-CN" altLang="en-US" dirty="0">
                  <a:solidFill>
                    <a:srgbClr val="FDEFE8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73" name="文本框 172">
                <a:extLst>
                  <a:ext uri="{FF2B5EF4-FFF2-40B4-BE49-F238E27FC236}">
                    <a16:creationId xmlns:a16="http://schemas.microsoft.com/office/drawing/2014/main" id="{29D0DA5C-23A1-40E9-A5D5-F555D2F99FD2}"/>
                  </a:ext>
                </a:extLst>
              </p:cNvPr>
              <p:cNvSpPr txBox="1"/>
              <p:nvPr/>
            </p:nvSpPr>
            <p:spPr>
              <a:xfrm>
                <a:off x="5453146" y="5628715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DEFE8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B</a:t>
                </a:r>
                <a:endParaRPr lang="zh-CN" altLang="en-US" dirty="0">
                  <a:solidFill>
                    <a:srgbClr val="FDEFE8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74" name="文本框 173">
                <a:extLst>
                  <a:ext uri="{FF2B5EF4-FFF2-40B4-BE49-F238E27FC236}">
                    <a16:creationId xmlns:a16="http://schemas.microsoft.com/office/drawing/2014/main" id="{3DF5039F-7727-42D4-AB1A-4E5D9C3D18B1}"/>
                  </a:ext>
                </a:extLst>
              </p:cNvPr>
              <p:cNvSpPr txBox="1"/>
              <p:nvPr/>
            </p:nvSpPr>
            <p:spPr>
              <a:xfrm>
                <a:off x="5973992" y="5628715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DEFE8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B</a:t>
                </a:r>
                <a:endParaRPr lang="zh-CN" altLang="en-US" dirty="0">
                  <a:solidFill>
                    <a:srgbClr val="FDEFE8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75" name="文本框 174">
                <a:extLst>
                  <a:ext uri="{FF2B5EF4-FFF2-40B4-BE49-F238E27FC236}">
                    <a16:creationId xmlns:a16="http://schemas.microsoft.com/office/drawing/2014/main" id="{D86610F8-38A0-402A-85E2-279B6AE6DDD7}"/>
                  </a:ext>
                </a:extLst>
              </p:cNvPr>
              <p:cNvSpPr txBox="1"/>
              <p:nvPr/>
            </p:nvSpPr>
            <p:spPr>
              <a:xfrm>
                <a:off x="6505014" y="5628715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DEFE8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A</a:t>
                </a:r>
                <a:endParaRPr lang="zh-CN" altLang="en-US" dirty="0">
                  <a:solidFill>
                    <a:srgbClr val="FDEFE8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</p:grpSp>
        <p:cxnSp>
          <p:nvCxnSpPr>
            <p:cNvPr id="305" name="直接连接符 304">
              <a:extLst>
                <a:ext uri="{FF2B5EF4-FFF2-40B4-BE49-F238E27FC236}">
                  <a16:creationId xmlns:a16="http://schemas.microsoft.com/office/drawing/2014/main" id="{455A540D-794E-4F83-86B3-46BCC3D478B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31316" y="644468"/>
              <a:ext cx="224992" cy="0"/>
            </a:xfrm>
            <a:prstGeom prst="line">
              <a:avLst/>
            </a:prstGeom>
            <a:ln w="635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直接连接符 309">
              <a:extLst>
                <a:ext uri="{FF2B5EF4-FFF2-40B4-BE49-F238E27FC236}">
                  <a16:creationId xmlns:a16="http://schemas.microsoft.com/office/drawing/2014/main" id="{1F94CAAC-C883-42D4-AE02-7AF5B36DE7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57251" y="644468"/>
              <a:ext cx="224992" cy="0"/>
            </a:xfrm>
            <a:prstGeom prst="line">
              <a:avLst/>
            </a:prstGeom>
            <a:ln w="635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直接连接符 312">
              <a:extLst>
                <a:ext uri="{FF2B5EF4-FFF2-40B4-BE49-F238E27FC236}">
                  <a16:creationId xmlns:a16="http://schemas.microsoft.com/office/drawing/2014/main" id="{2F8044FB-757C-4268-806F-42B0B128C98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49318" y="753675"/>
              <a:ext cx="298012" cy="296381"/>
            </a:xfrm>
            <a:prstGeom prst="line">
              <a:avLst/>
            </a:prstGeom>
            <a:ln w="635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" name="直接连接符 316">
              <a:extLst>
                <a:ext uri="{FF2B5EF4-FFF2-40B4-BE49-F238E27FC236}">
                  <a16:creationId xmlns:a16="http://schemas.microsoft.com/office/drawing/2014/main" id="{0808597F-2087-4CD7-8A24-D9B4271773A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08471" y="1159951"/>
              <a:ext cx="224992" cy="0"/>
            </a:xfrm>
            <a:prstGeom prst="line">
              <a:avLst/>
            </a:prstGeom>
            <a:ln w="635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直接连接符 319">
              <a:extLst>
                <a:ext uri="{FF2B5EF4-FFF2-40B4-BE49-F238E27FC236}">
                  <a16:creationId xmlns:a16="http://schemas.microsoft.com/office/drawing/2014/main" id="{97010F69-12A2-4163-9847-EDCC5263ED4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105251" y="1286138"/>
              <a:ext cx="298012" cy="296381"/>
            </a:xfrm>
            <a:prstGeom prst="line">
              <a:avLst/>
            </a:prstGeom>
            <a:ln w="635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1" name="直接连接符 320">
              <a:extLst>
                <a:ext uri="{FF2B5EF4-FFF2-40B4-BE49-F238E27FC236}">
                  <a16:creationId xmlns:a16="http://schemas.microsoft.com/office/drawing/2014/main" id="{55927A88-0617-4925-BFDB-0A44EE7E03BC}"/>
                </a:ext>
              </a:extLst>
            </p:cNvPr>
            <p:cNvCxnSpPr>
              <a:cxnSpLocks/>
            </p:cNvCxnSpPr>
            <p:nvPr/>
          </p:nvCxnSpPr>
          <p:spPr>
            <a:xfrm>
              <a:off x="8509870" y="1896378"/>
              <a:ext cx="2854" cy="117330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直接连接符 323">
              <a:extLst>
                <a:ext uri="{FF2B5EF4-FFF2-40B4-BE49-F238E27FC236}">
                  <a16:creationId xmlns:a16="http://schemas.microsoft.com/office/drawing/2014/main" id="{DB14979E-7021-45AD-B0DF-3FDD3EBE92E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625299" y="2333639"/>
              <a:ext cx="298012" cy="296381"/>
            </a:xfrm>
            <a:prstGeom prst="line">
              <a:avLst/>
            </a:prstGeom>
            <a:ln w="635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5" name="直接连接符 324">
              <a:extLst>
                <a:ext uri="{FF2B5EF4-FFF2-40B4-BE49-F238E27FC236}">
                  <a16:creationId xmlns:a16="http://schemas.microsoft.com/office/drawing/2014/main" id="{3CD787F9-00DE-4FE5-9269-D49885A7A9C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50517" y="2860443"/>
              <a:ext cx="298012" cy="296381"/>
            </a:xfrm>
            <a:prstGeom prst="line">
              <a:avLst/>
            </a:prstGeom>
            <a:ln w="635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6" name="直接连接符 325">
              <a:extLst>
                <a:ext uri="{FF2B5EF4-FFF2-40B4-BE49-F238E27FC236}">
                  <a16:creationId xmlns:a16="http://schemas.microsoft.com/office/drawing/2014/main" id="{459C2431-8FE3-4CD5-91A2-6FEDAE6F68A5}"/>
                </a:ext>
              </a:extLst>
            </p:cNvPr>
            <p:cNvCxnSpPr>
              <a:cxnSpLocks/>
              <a:stCxn id="240" idx="2"/>
              <a:endCxn id="249" idx="0"/>
            </p:cNvCxnSpPr>
            <p:nvPr/>
          </p:nvCxnSpPr>
          <p:spPr>
            <a:xfrm>
              <a:off x="9561076" y="3464565"/>
              <a:ext cx="0" cy="133682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0" name="组合 249">
              <a:extLst>
                <a:ext uri="{FF2B5EF4-FFF2-40B4-BE49-F238E27FC236}">
                  <a16:creationId xmlns:a16="http://schemas.microsoft.com/office/drawing/2014/main" id="{86C9AD3E-405B-4F68-8E59-211EC5F3047A}"/>
                </a:ext>
              </a:extLst>
            </p:cNvPr>
            <p:cNvGrpSpPr/>
            <p:nvPr/>
          </p:nvGrpSpPr>
          <p:grpSpPr>
            <a:xfrm>
              <a:off x="5729720" y="445514"/>
              <a:ext cx="3984028" cy="3550640"/>
              <a:chOff x="5729720" y="445514"/>
              <a:chExt cx="3984028" cy="3550640"/>
            </a:xfrm>
          </p:grpSpPr>
          <p:grpSp>
            <p:nvGrpSpPr>
              <p:cNvPr id="178" name="组合 177">
                <a:extLst>
                  <a:ext uri="{FF2B5EF4-FFF2-40B4-BE49-F238E27FC236}">
                    <a16:creationId xmlns:a16="http://schemas.microsoft.com/office/drawing/2014/main" id="{1CDD2C67-4C87-464B-A0C1-0081E9A71E38}"/>
                  </a:ext>
                </a:extLst>
              </p:cNvPr>
              <p:cNvGrpSpPr/>
              <p:nvPr/>
            </p:nvGrpSpPr>
            <p:grpSpPr>
              <a:xfrm>
                <a:off x="5730373" y="445514"/>
                <a:ext cx="3981174" cy="397907"/>
                <a:chOff x="5729720" y="189706"/>
                <a:chExt cx="3981174" cy="397907"/>
              </a:xfrm>
            </p:grpSpPr>
            <p:sp>
              <p:nvSpPr>
                <p:cNvPr id="179" name="文本框 178">
                  <a:extLst>
                    <a:ext uri="{FF2B5EF4-FFF2-40B4-BE49-F238E27FC236}">
                      <a16:creationId xmlns:a16="http://schemas.microsoft.com/office/drawing/2014/main" id="{2C1AF2B4-E2DD-4FA3-A3E1-98C724834484}"/>
                    </a:ext>
                  </a:extLst>
                </p:cNvPr>
                <p:cNvSpPr txBox="1"/>
                <p:nvPr/>
              </p:nvSpPr>
              <p:spPr>
                <a:xfrm>
                  <a:off x="5729720" y="189706"/>
                  <a:ext cx="300943" cy="397907"/>
                </a:xfrm>
                <a:prstGeom prst="roundRect">
                  <a:avLst/>
                </a:prstGeom>
                <a:solidFill>
                  <a:srgbClr val="F8CCB9"/>
                </a:solidFill>
                <a:ln>
                  <a:noFill/>
                </a:ln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CN" b="1" dirty="0">
                      <a:solidFill>
                        <a:srgbClr val="D74514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rPr>
                    <a:t>0</a:t>
                  </a:r>
                  <a:endParaRPr lang="zh-CN" altLang="en-US" b="1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微软雅黑" panose="020B0503020204020204" pitchFamily="34" charset="-122"/>
                    <a:cs typeface="JetBrains Mono" panose="02000009000000000000" pitchFamily="49" charset="0"/>
                  </a:endParaRPr>
                </a:p>
              </p:txBody>
            </p:sp>
            <p:sp>
              <p:nvSpPr>
                <p:cNvPr id="180" name="文本框 179">
                  <a:extLst>
                    <a:ext uri="{FF2B5EF4-FFF2-40B4-BE49-F238E27FC236}">
                      <a16:creationId xmlns:a16="http://schemas.microsoft.com/office/drawing/2014/main" id="{D97942DA-2CDB-467E-A21C-476D0840EF01}"/>
                    </a:ext>
                  </a:extLst>
                </p:cNvPr>
                <p:cNvSpPr txBox="1"/>
                <p:nvPr/>
              </p:nvSpPr>
              <p:spPr>
                <a:xfrm>
                  <a:off x="6255655" y="189706"/>
                  <a:ext cx="300943" cy="397907"/>
                </a:xfrm>
                <a:prstGeom prst="roundRect">
                  <a:avLst/>
                </a:prstGeom>
                <a:solidFill>
                  <a:srgbClr val="F8CCB9"/>
                </a:solidFill>
                <a:ln>
                  <a:noFill/>
                </a:ln>
              </p:spPr>
              <p:txBody>
                <a:bodyPr wrap="square" rtlCol="0" anchor="ctr">
                  <a:spAutoFit/>
                </a:bodyPr>
                <a:lstStyle>
                  <a:defPPr>
                    <a:defRPr lang="zh-CN"/>
                  </a:defPPr>
                  <a:lvl1pPr algn="ctr">
                    <a:defRPr b="1">
                      <a:solidFill>
                        <a:srgbClr val="FDEFE8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defRPr>
                  </a:lvl1pPr>
                </a:lstStyle>
                <a:p>
                  <a:r>
                    <a:rPr lang="en-US" altLang="zh-CN" dirty="0">
                      <a:solidFill>
                        <a:srgbClr val="D74514"/>
                      </a:solidFill>
                    </a:rPr>
                    <a:t>1</a:t>
                  </a:r>
                  <a:endParaRPr lang="zh-CN" altLang="en-US" dirty="0">
                    <a:solidFill>
                      <a:srgbClr val="D74514"/>
                    </a:solidFill>
                  </a:endParaRPr>
                </a:p>
              </p:txBody>
            </p:sp>
            <p:sp>
              <p:nvSpPr>
                <p:cNvPr id="181" name="文本框 180">
                  <a:extLst>
                    <a:ext uri="{FF2B5EF4-FFF2-40B4-BE49-F238E27FC236}">
                      <a16:creationId xmlns:a16="http://schemas.microsoft.com/office/drawing/2014/main" id="{9598C961-468B-40C1-84F7-41B6695427AA}"/>
                    </a:ext>
                  </a:extLst>
                </p:cNvPr>
                <p:cNvSpPr txBox="1"/>
                <p:nvPr/>
              </p:nvSpPr>
              <p:spPr>
                <a:xfrm>
                  <a:off x="6781590" y="189706"/>
                  <a:ext cx="300943" cy="397907"/>
                </a:xfrm>
                <a:prstGeom prst="roundRect">
                  <a:avLst/>
                </a:prstGeom>
                <a:solidFill>
                  <a:srgbClr val="F8CCB9"/>
                </a:solidFill>
                <a:ln>
                  <a:noFill/>
                </a:ln>
              </p:spPr>
              <p:txBody>
                <a:bodyPr wrap="square" rtlCol="0" anchor="ctr">
                  <a:spAutoFit/>
                </a:bodyPr>
                <a:lstStyle>
                  <a:defPPr>
                    <a:defRPr lang="zh-CN"/>
                  </a:defPPr>
                  <a:lvl1pPr algn="ctr">
                    <a:defRPr b="1">
                      <a:solidFill>
                        <a:srgbClr val="FDEFE8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defRPr>
                  </a:lvl1pPr>
                </a:lstStyle>
                <a:p>
                  <a:r>
                    <a:rPr lang="en-US" altLang="zh-CN" dirty="0">
                      <a:solidFill>
                        <a:srgbClr val="D74514"/>
                      </a:solidFill>
                    </a:rPr>
                    <a:t>2</a:t>
                  </a:r>
                  <a:endParaRPr lang="zh-CN" altLang="en-US" dirty="0">
                    <a:solidFill>
                      <a:srgbClr val="D74514"/>
                    </a:solidFill>
                  </a:endParaRPr>
                </a:p>
              </p:txBody>
            </p:sp>
            <p:sp>
              <p:nvSpPr>
                <p:cNvPr id="182" name="文本框 181">
                  <a:extLst>
                    <a:ext uri="{FF2B5EF4-FFF2-40B4-BE49-F238E27FC236}">
                      <a16:creationId xmlns:a16="http://schemas.microsoft.com/office/drawing/2014/main" id="{962D82E1-6CCD-4DDE-A445-35B9AD79A039}"/>
                    </a:ext>
                  </a:extLst>
                </p:cNvPr>
                <p:cNvSpPr txBox="1"/>
                <p:nvPr/>
              </p:nvSpPr>
              <p:spPr>
                <a:xfrm>
                  <a:off x="7307528" y="189706"/>
                  <a:ext cx="300943" cy="397907"/>
                </a:xfrm>
                <a:prstGeom prst="round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CN" b="1" dirty="0">
                      <a:solidFill>
                        <a:srgbClr val="D74514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rPr>
                    <a:t>3</a:t>
                  </a:r>
                  <a:endParaRPr lang="zh-CN" altLang="en-US" b="1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微软雅黑" panose="020B0503020204020204" pitchFamily="34" charset="-122"/>
                    <a:cs typeface="JetBrains Mono" panose="02000009000000000000" pitchFamily="49" charset="0"/>
                  </a:endParaRPr>
                </a:p>
              </p:txBody>
            </p:sp>
            <p:sp>
              <p:nvSpPr>
                <p:cNvPr id="183" name="文本框 182">
                  <a:extLst>
                    <a:ext uri="{FF2B5EF4-FFF2-40B4-BE49-F238E27FC236}">
                      <a16:creationId xmlns:a16="http://schemas.microsoft.com/office/drawing/2014/main" id="{5EEC7006-351C-4B9C-9F1D-E68A957747D1}"/>
                    </a:ext>
                  </a:extLst>
                </p:cNvPr>
                <p:cNvSpPr txBox="1"/>
                <p:nvPr/>
              </p:nvSpPr>
              <p:spPr>
                <a:xfrm>
                  <a:off x="7833463" y="189706"/>
                  <a:ext cx="300943" cy="397907"/>
                </a:xfrm>
                <a:prstGeom prst="round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CN" b="1" dirty="0">
                      <a:solidFill>
                        <a:srgbClr val="D74514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rPr>
                    <a:t>4</a:t>
                  </a:r>
                  <a:endParaRPr lang="zh-CN" altLang="en-US" b="1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微软雅黑" panose="020B0503020204020204" pitchFamily="34" charset="-122"/>
                    <a:cs typeface="JetBrains Mono" panose="02000009000000000000" pitchFamily="49" charset="0"/>
                  </a:endParaRPr>
                </a:p>
              </p:txBody>
            </p:sp>
            <p:sp>
              <p:nvSpPr>
                <p:cNvPr id="184" name="文本框 183">
                  <a:extLst>
                    <a:ext uri="{FF2B5EF4-FFF2-40B4-BE49-F238E27FC236}">
                      <a16:creationId xmlns:a16="http://schemas.microsoft.com/office/drawing/2014/main" id="{3E9A1B80-E9BC-4CD9-9C4E-55BD7ABA018B}"/>
                    </a:ext>
                  </a:extLst>
                </p:cNvPr>
                <p:cNvSpPr txBox="1"/>
                <p:nvPr/>
              </p:nvSpPr>
              <p:spPr>
                <a:xfrm>
                  <a:off x="8359398" y="189706"/>
                  <a:ext cx="300943" cy="397907"/>
                </a:xfrm>
                <a:prstGeom prst="round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CN" b="1" dirty="0">
                      <a:solidFill>
                        <a:srgbClr val="D74514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rPr>
                    <a:t>5</a:t>
                  </a:r>
                  <a:endParaRPr lang="zh-CN" altLang="en-US" b="1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微软雅黑" panose="020B0503020204020204" pitchFamily="34" charset="-122"/>
                    <a:cs typeface="JetBrains Mono" panose="02000009000000000000" pitchFamily="49" charset="0"/>
                  </a:endParaRPr>
                </a:p>
              </p:txBody>
            </p:sp>
            <p:sp>
              <p:nvSpPr>
                <p:cNvPr id="185" name="文本框 184">
                  <a:extLst>
                    <a:ext uri="{FF2B5EF4-FFF2-40B4-BE49-F238E27FC236}">
                      <a16:creationId xmlns:a16="http://schemas.microsoft.com/office/drawing/2014/main" id="{0320E457-8688-4474-B3FB-B1461E7E6165}"/>
                    </a:ext>
                  </a:extLst>
                </p:cNvPr>
                <p:cNvSpPr txBox="1"/>
                <p:nvPr/>
              </p:nvSpPr>
              <p:spPr>
                <a:xfrm>
                  <a:off x="8884016" y="189706"/>
                  <a:ext cx="300943" cy="397907"/>
                </a:xfrm>
                <a:prstGeom prst="round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CN" b="1" dirty="0">
                      <a:solidFill>
                        <a:srgbClr val="D74514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rPr>
                    <a:t>6</a:t>
                  </a:r>
                  <a:endParaRPr lang="zh-CN" altLang="en-US" b="1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微软雅黑" panose="020B0503020204020204" pitchFamily="34" charset="-122"/>
                    <a:cs typeface="JetBrains Mono" panose="02000009000000000000" pitchFamily="49" charset="0"/>
                  </a:endParaRPr>
                </a:p>
              </p:txBody>
            </p:sp>
            <p:sp>
              <p:nvSpPr>
                <p:cNvPr id="186" name="文本框 185">
                  <a:extLst>
                    <a:ext uri="{FF2B5EF4-FFF2-40B4-BE49-F238E27FC236}">
                      <a16:creationId xmlns:a16="http://schemas.microsoft.com/office/drawing/2014/main" id="{7113B63C-93A5-4EAE-86E3-B4044AC1F9B7}"/>
                    </a:ext>
                  </a:extLst>
                </p:cNvPr>
                <p:cNvSpPr txBox="1"/>
                <p:nvPr/>
              </p:nvSpPr>
              <p:spPr>
                <a:xfrm>
                  <a:off x="9409951" y="189706"/>
                  <a:ext cx="300943" cy="397907"/>
                </a:xfrm>
                <a:prstGeom prst="round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CN" b="1" dirty="0">
                      <a:solidFill>
                        <a:srgbClr val="D74514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rPr>
                    <a:t>7</a:t>
                  </a:r>
                  <a:endParaRPr lang="zh-CN" altLang="en-US" b="1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微软雅黑" panose="020B0503020204020204" pitchFamily="34" charset="-122"/>
                    <a:cs typeface="JetBrains Mono" panose="02000009000000000000" pitchFamily="49" charset="0"/>
                  </a:endParaRPr>
                </a:p>
              </p:txBody>
            </p:sp>
          </p:grpSp>
          <p:grpSp>
            <p:nvGrpSpPr>
              <p:cNvPr id="196" name="组合 195">
                <a:extLst>
                  <a:ext uri="{FF2B5EF4-FFF2-40B4-BE49-F238E27FC236}">
                    <a16:creationId xmlns:a16="http://schemas.microsoft.com/office/drawing/2014/main" id="{9938528F-65DC-4F4F-9373-5140325EB024}"/>
                  </a:ext>
                </a:extLst>
              </p:cNvPr>
              <p:cNvGrpSpPr/>
              <p:nvPr/>
            </p:nvGrpSpPr>
            <p:grpSpPr>
              <a:xfrm>
                <a:off x="5729720" y="960997"/>
                <a:ext cx="3981174" cy="397907"/>
                <a:chOff x="5729720" y="189706"/>
                <a:chExt cx="3981174" cy="397907"/>
              </a:xfrm>
            </p:grpSpPr>
            <p:sp>
              <p:nvSpPr>
                <p:cNvPr id="197" name="文本框 196">
                  <a:extLst>
                    <a:ext uri="{FF2B5EF4-FFF2-40B4-BE49-F238E27FC236}">
                      <a16:creationId xmlns:a16="http://schemas.microsoft.com/office/drawing/2014/main" id="{014DC4C1-3077-4851-A160-CBA5E7B60DDD}"/>
                    </a:ext>
                  </a:extLst>
                </p:cNvPr>
                <p:cNvSpPr txBox="1"/>
                <p:nvPr/>
              </p:nvSpPr>
              <p:spPr>
                <a:xfrm>
                  <a:off x="5729720" y="189706"/>
                  <a:ext cx="300943" cy="397907"/>
                </a:xfrm>
                <a:prstGeom prst="round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CN" b="1" dirty="0">
                      <a:solidFill>
                        <a:srgbClr val="D74514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rPr>
                    <a:t>1</a:t>
                  </a:r>
                  <a:endParaRPr lang="zh-CN" altLang="en-US" b="1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微软雅黑" panose="020B0503020204020204" pitchFamily="34" charset="-122"/>
                    <a:cs typeface="JetBrains Mono" panose="02000009000000000000" pitchFamily="49" charset="0"/>
                  </a:endParaRPr>
                </a:p>
              </p:txBody>
            </p:sp>
            <p:sp>
              <p:nvSpPr>
                <p:cNvPr id="198" name="文本框 197">
                  <a:extLst>
                    <a:ext uri="{FF2B5EF4-FFF2-40B4-BE49-F238E27FC236}">
                      <a16:creationId xmlns:a16="http://schemas.microsoft.com/office/drawing/2014/main" id="{FC2A63BD-2FCB-40F6-B963-06809176D358}"/>
                    </a:ext>
                  </a:extLst>
                </p:cNvPr>
                <p:cNvSpPr txBox="1"/>
                <p:nvPr/>
              </p:nvSpPr>
              <p:spPr>
                <a:xfrm>
                  <a:off x="6255655" y="189706"/>
                  <a:ext cx="300943" cy="397907"/>
                </a:xfrm>
                <a:prstGeom prst="round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CN" b="1" dirty="0">
                      <a:solidFill>
                        <a:srgbClr val="D74514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rPr>
                    <a:t>2</a:t>
                  </a:r>
                  <a:endParaRPr lang="zh-CN" altLang="en-US" b="1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微软雅黑" panose="020B0503020204020204" pitchFamily="34" charset="-122"/>
                    <a:cs typeface="JetBrains Mono" panose="02000009000000000000" pitchFamily="49" charset="0"/>
                  </a:endParaRPr>
                </a:p>
              </p:txBody>
            </p:sp>
            <p:sp>
              <p:nvSpPr>
                <p:cNvPr id="199" name="文本框 198">
                  <a:extLst>
                    <a:ext uri="{FF2B5EF4-FFF2-40B4-BE49-F238E27FC236}">
                      <a16:creationId xmlns:a16="http://schemas.microsoft.com/office/drawing/2014/main" id="{F0F2F49E-9BC4-4F6F-83D3-74E514DCEA17}"/>
                    </a:ext>
                  </a:extLst>
                </p:cNvPr>
                <p:cNvSpPr txBox="1"/>
                <p:nvPr/>
              </p:nvSpPr>
              <p:spPr>
                <a:xfrm>
                  <a:off x="6781590" y="189706"/>
                  <a:ext cx="300943" cy="397907"/>
                </a:xfrm>
                <a:prstGeom prst="round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CN" b="1" dirty="0">
                      <a:solidFill>
                        <a:srgbClr val="D74514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rPr>
                    <a:t>3</a:t>
                  </a:r>
                  <a:endParaRPr lang="zh-CN" altLang="en-US" b="1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微软雅黑" panose="020B0503020204020204" pitchFamily="34" charset="-122"/>
                    <a:cs typeface="JetBrains Mono" panose="02000009000000000000" pitchFamily="49" charset="0"/>
                  </a:endParaRPr>
                </a:p>
              </p:txBody>
            </p:sp>
            <p:sp>
              <p:nvSpPr>
                <p:cNvPr id="200" name="文本框 199">
                  <a:extLst>
                    <a:ext uri="{FF2B5EF4-FFF2-40B4-BE49-F238E27FC236}">
                      <a16:creationId xmlns:a16="http://schemas.microsoft.com/office/drawing/2014/main" id="{18A98F9C-AFA7-46DC-BD53-45AD81E2E5DF}"/>
                    </a:ext>
                  </a:extLst>
                </p:cNvPr>
                <p:cNvSpPr txBox="1"/>
                <p:nvPr/>
              </p:nvSpPr>
              <p:spPr>
                <a:xfrm>
                  <a:off x="7307528" y="189706"/>
                  <a:ext cx="300943" cy="397907"/>
                </a:xfrm>
                <a:prstGeom prst="roundRect">
                  <a:avLst/>
                </a:prstGeom>
                <a:solidFill>
                  <a:srgbClr val="F8CCB9"/>
                </a:solidFill>
                <a:ln>
                  <a:noFill/>
                </a:ln>
              </p:spPr>
              <p:txBody>
                <a:bodyPr wrap="square" rtlCol="0" anchor="ctr">
                  <a:spAutoFit/>
                </a:bodyPr>
                <a:lstStyle>
                  <a:defPPr>
                    <a:defRPr lang="zh-CN"/>
                  </a:defPPr>
                  <a:lvl1pPr algn="ctr">
                    <a:defRPr b="1">
                      <a:solidFill>
                        <a:srgbClr val="FDEFE8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defRPr>
                  </a:lvl1pPr>
                </a:lstStyle>
                <a:p>
                  <a:r>
                    <a:rPr lang="en-US" altLang="zh-CN" dirty="0">
                      <a:solidFill>
                        <a:srgbClr val="D74514"/>
                      </a:solidFill>
                    </a:rPr>
                    <a:t>2</a:t>
                  </a:r>
                  <a:endParaRPr lang="zh-CN" altLang="en-US" dirty="0">
                    <a:solidFill>
                      <a:srgbClr val="D74514"/>
                    </a:solidFill>
                  </a:endParaRPr>
                </a:p>
              </p:txBody>
            </p:sp>
            <p:sp>
              <p:nvSpPr>
                <p:cNvPr id="201" name="文本框 200">
                  <a:extLst>
                    <a:ext uri="{FF2B5EF4-FFF2-40B4-BE49-F238E27FC236}">
                      <a16:creationId xmlns:a16="http://schemas.microsoft.com/office/drawing/2014/main" id="{9E7B9F92-3883-4D70-8D89-A3091B9431AD}"/>
                    </a:ext>
                  </a:extLst>
                </p:cNvPr>
                <p:cNvSpPr txBox="1"/>
                <p:nvPr/>
              </p:nvSpPr>
              <p:spPr>
                <a:xfrm>
                  <a:off x="7833463" y="189706"/>
                  <a:ext cx="300943" cy="397907"/>
                </a:xfrm>
                <a:prstGeom prst="roundRect">
                  <a:avLst/>
                </a:prstGeom>
                <a:solidFill>
                  <a:srgbClr val="F8CCB9"/>
                </a:solidFill>
                <a:ln>
                  <a:noFill/>
                </a:ln>
              </p:spPr>
              <p:txBody>
                <a:bodyPr wrap="square" rtlCol="0" anchor="ctr">
                  <a:spAutoFit/>
                </a:bodyPr>
                <a:lstStyle>
                  <a:defPPr>
                    <a:defRPr lang="zh-CN"/>
                  </a:defPPr>
                  <a:lvl1pPr algn="ctr">
                    <a:defRPr b="1">
                      <a:solidFill>
                        <a:srgbClr val="FDEFE8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defRPr>
                  </a:lvl1pPr>
                </a:lstStyle>
                <a:p>
                  <a:r>
                    <a:rPr lang="en-US" altLang="zh-CN" dirty="0">
                      <a:solidFill>
                        <a:srgbClr val="D74514"/>
                      </a:solidFill>
                    </a:rPr>
                    <a:t>3</a:t>
                  </a:r>
                  <a:endParaRPr lang="zh-CN" altLang="en-US" dirty="0">
                    <a:solidFill>
                      <a:srgbClr val="D74514"/>
                    </a:solidFill>
                  </a:endParaRPr>
                </a:p>
              </p:txBody>
            </p:sp>
            <p:sp>
              <p:nvSpPr>
                <p:cNvPr id="202" name="文本框 201">
                  <a:extLst>
                    <a:ext uri="{FF2B5EF4-FFF2-40B4-BE49-F238E27FC236}">
                      <a16:creationId xmlns:a16="http://schemas.microsoft.com/office/drawing/2014/main" id="{D02A01B2-4EB7-4D15-8AF3-C59D73E66E04}"/>
                    </a:ext>
                  </a:extLst>
                </p:cNvPr>
                <p:cNvSpPr txBox="1"/>
                <p:nvPr/>
              </p:nvSpPr>
              <p:spPr>
                <a:xfrm>
                  <a:off x="8359398" y="189706"/>
                  <a:ext cx="300943" cy="397907"/>
                </a:xfrm>
                <a:prstGeom prst="round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CN" b="1" dirty="0">
                      <a:solidFill>
                        <a:srgbClr val="D74514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rPr>
                    <a:t>4</a:t>
                  </a:r>
                  <a:endParaRPr lang="zh-CN" altLang="en-US" b="1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微软雅黑" panose="020B0503020204020204" pitchFamily="34" charset="-122"/>
                    <a:cs typeface="JetBrains Mono" panose="02000009000000000000" pitchFamily="49" charset="0"/>
                  </a:endParaRPr>
                </a:p>
              </p:txBody>
            </p:sp>
            <p:sp>
              <p:nvSpPr>
                <p:cNvPr id="203" name="文本框 202">
                  <a:extLst>
                    <a:ext uri="{FF2B5EF4-FFF2-40B4-BE49-F238E27FC236}">
                      <a16:creationId xmlns:a16="http://schemas.microsoft.com/office/drawing/2014/main" id="{C048060B-21FF-4010-85AA-4F346C736805}"/>
                    </a:ext>
                  </a:extLst>
                </p:cNvPr>
                <p:cNvSpPr txBox="1"/>
                <p:nvPr/>
              </p:nvSpPr>
              <p:spPr>
                <a:xfrm>
                  <a:off x="8884016" y="189706"/>
                  <a:ext cx="300943" cy="397907"/>
                </a:xfrm>
                <a:prstGeom prst="round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CN" b="1" dirty="0">
                      <a:solidFill>
                        <a:srgbClr val="D74514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rPr>
                    <a:t>5</a:t>
                  </a:r>
                  <a:endParaRPr lang="zh-CN" altLang="en-US" b="1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微软雅黑" panose="020B0503020204020204" pitchFamily="34" charset="-122"/>
                    <a:cs typeface="JetBrains Mono" panose="02000009000000000000" pitchFamily="49" charset="0"/>
                  </a:endParaRPr>
                </a:p>
              </p:txBody>
            </p:sp>
            <p:sp>
              <p:nvSpPr>
                <p:cNvPr id="204" name="文本框 203">
                  <a:extLst>
                    <a:ext uri="{FF2B5EF4-FFF2-40B4-BE49-F238E27FC236}">
                      <a16:creationId xmlns:a16="http://schemas.microsoft.com/office/drawing/2014/main" id="{43722DDF-B742-43E3-9810-B9B65A6CC22A}"/>
                    </a:ext>
                  </a:extLst>
                </p:cNvPr>
                <p:cNvSpPr txBox="1"/>
                <p:nvPr/>
              </p:nvSpPr>
              <p:spPr>
                <a:xfrm>
                  <a:off x="9409951" y="189706"/>
                  <a:ext cx="300943" cy="397907"/>
                </a:xfrm>
                <a:prstGeom prst="round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CN" b="1" dirty="0">
                      <a:solidFill>
                        <a:srgbClr val="D74514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rPr>
                    <a:t>6</a:t>
                  </a:r>
                  <a:endParaRPr lang="zh-CN" altLang="en-US" b="1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微软雅黑" panose="020B0503020204020204" pitchFamily="34" charset="-122"/>
                    <a:cs typeface="JetBrains Mono" panose="02000009000000000000" pitchFamily="49" charset="0"/>
                  </a:endParaRPr>
                </a:p>
              </p:txBody>
            </p:sp>
          </p:grpSp>
          <p:grpSp>
            <p:nvGrpSpPr>
              <p:cNvPr id="205" name="组合 204">
                <a:extLst>
                  <a:ext uri="{FF2B5EF4-FFF2-40B4-BE49-F238E27FC236}">
                    <a16:creationId xmlns:a16="http://schemas.microsoft.com/office/drawing/2014/main" id="{C89A1734-BAFE-4DD0-BEBA-8C5946BCF1FB}"/>
                  </a:ext>
                </a:extLst>
              </p:cNvPr>
              <p:cNvGrpSpPr/>
              <p:nvPr/>
            </p:nvGrpSpPr>
            <p:grpSpPr>
              <a:xfrm>
                <a:off x="5729720" y="1498471"/>
                <a:ext cx="3981174" cy="397907"/>
                <a:chOff x="5729720" y="189706"/>
                <a:chExt cx="3981174" cy="397907"/>
              </a:xfrm>
            </p:grpSpPr>
            <p:sp>
              <p:nvSpPr>
                <p:cNvPr id="206" name="文本框 205">
                  <a:extLst>
                    <a:ext uri="{FF2B5EF4-FFF2-40B4-BE49-F238E27FC236}">
                      <a16:creationId xmlns:a16="http://schemas.microsoft.com/office/drawing/2014/main" id="{4B9E2282-455F-4CCF-B670-275A915D9289}"/>
                    </a:ext>
                  </a:extLst>
                </p:cNvPr>
                <p:cNvSpPr txBox="1"/>
                <p:nvPr/>
              </p:nvSpPr>
              <p:spPr>
                <a:xfrm>
                  <a:off x="5729720" y="189706"/>
                  <a:ext cx="300943" cy="397907"/>
                </a:xfrm>
                <a:prstGeom prst="round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CN" b="1" dirty="0">
                      <a:solidFill>
                        <a:srgbClr val="D74514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rPr>
                    <a:t>2</a:t>
                  </a:r>
                  <a:endParaRPr lang="zh-CN" altLang="en-US" b="1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微软雅黑" panose="020B0503020204020204" pitchFamily="34" charset="-122"/>
                    <a:cs typeface="JetBrains Mono" panose="02000009000000000000" pitchFamily="49" charset="0"/>
                  </a:endParaRPr>
                </a:p>
              </p:txBody>
            </p:sp>
            <p:sp>
              <p:nvSpPr>
                <p:cNvPr id="207" name="文本框 206">
                  <a:extLst>
                    <a:ext uri="{FF2B5EF4-FFF2-40B4-BE49-F238E27FC236}">
                      <a16:creationId xmlns:a16="http://schemas.microsoft.com/office/drawing/2014/main" id="{E76FC4B7-EFB4-46F0-924D-7A9C98C55A30}"/>
                    </a:ext>
                  </a:extLst>
                </p:cNvPr>
                <p:cNvSpPr txBox="1"/>
                <p:nvPr/>
              </p:nvSpPr>
              <p:spPr>
                <a:xfrm>
                  <a:off x="6255655" y="189706"/>
                  <a:ext cx="300943" cy="397907"/>
                </a:xfrm>
                <a:prstGeom prst="round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CN" b="1" dirty="0">
                      <a:solidFill>
                        <a:srgbClr val="D74514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rPr>
                    <a:t>3</a:t>
                  </a:r>
                  <a:endParaRPr lang="zh-CN" altLang="en-US" b="1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微软雅黑" panose="020B0503020204020204" pitchFamily="34" charset="-122"/>
                    <a:cs typeface="JetBrains Mono" panose="02000009000000000000" pitchFamily="49" charset="0"/>
                  </a:endParaRPr>
                </a:p>
              </p:txBody>
            </p:sp>
            <p:sp>
              <p:nvSpPr>
                <p:cNvPr id="208" name="文本框 207">
                  <a:extLst>
                    <a:ext uri="{FF2B5EF4-FFF2-40B4-BE49-F238E27FC236}">
                      <a16:creationId xmlns:a16="http://schemas.microsoft.com/office/drawing/2014/main" id="{7869BA52-6C64-476B-A787-507C26DAAFE3}"/>
                    </a:ext>
                  </a:extLst>
                </p:cNvPr>
                <p:cNvSpPr txBox="1"/>
                <p:nvPr/>
              </p:nvSpPr>
              <p:spPr>
                <a:xfrm>
                  <a:off x="6781590" y="189706"/>
                  <a:ext cx="300943" cy="397907"/>
                </a:xfrm>
                <a:prstGeom prst="round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CN" b="1" dirty="0">
                      <a:solidFill>
                        <a:srgbClr val="D74514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rPr>
                    <a:t>2</a:t>
                  </a:r>
                  <a:endParaRPr lang="zh-CN" altLang="en-US" b="1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微软雅黑" panose="020B0503020204020204" pitchFamily="34" charset="-122"/>
                    <a:cs typeface="JetBrains Mono" panose="02000009000000000000" pitchFamily="49" charset="0"/>
                  </a:endParaRPr>
                </a:p>
              </p:txBody>
            </p:sp>
            <p:sp>
              <p:nvSpPr>
                <p:cNvPr id="209" name="文本框 208">
                  <a:extLst>
                    <a:ext uri="{FF2B5EF4-FFF2-40B4-BE49-F238E27FC236}">
                      <a16:creationId xmlns:a16="http://schemas.microsoft.com/office/drawing/2014/main" id="{54292DF4-56ED-43DB-B051-27408C40BFE3}"/>
                    </a:ext>
                  </a:extLst>
                </p:cNvPr>
                <p:cNvSpPr txBox="1"/>
                <p:nvPr/>
              </p:nvSpPr>
              <p:spPr>
                <a:xfrm>
                  <a:off x="7307528" y="189706"/>
                  <a:ext cx="300943" cy="397907"/>
                </a:xfrm>
                <a:prstGeom prst="round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CN" b="1" dirty="0">
                      <a:solidFill>
                        <a:srgbClr val="D74514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rPr>
                    <a:t>3</a:t>
                  </a:r>
                  <a:endParaRPr lang="zh-CN" altLang="en-US" b="1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微软雅黑" panose="020B0503020204020204" pitchFamily="34" charset="-122"/>
                    <a:cs typeface="JetBrains Mono" panose="02000009000000000000" pitchFamily="49" charset="0"/>
                  </a:endParaRPr>
                </a:p>
              </p:txBody>
            </p:sp>
            <p:sp>
              <p:nvSpPr>
                <p:cNvPr id="210" name="文本框 209">
                  <a:extLst>
                    <a:ext uri="{FF2B5EF4-FFF2-40B4-BE49-F238E27FC236}">
                      <a16:creationId xmlns:a16="http://schemas.microsoft.com/office/drawing/2014/main" id="{7A8DA11A-AC1C-4874-9293-A02002D8C8E2}"/>
                    </a:ext>
                  </a:extLst>
                </p:cNvPr>
                <p:cNvSpPr txBox="1"/>
                <p:nvPr/>
              </p:nvSpPr>
              <p:spPr>
                <a:xfrm>
                  <a:off x="7833463" y="189706"/>
                  <a:ext cx="300943" cy="397907"/>
                </a:xfrm>
                <a:prstGeom prst="round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CN" b="1" dirty="0">
                      <a:solidFill>
                        <a:srgbClr val="D74514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rPr>
                    <a:t>4</a:t>
                  </a:r>
                  <a:endParaRPr lang="zh-CN" altLang="en-US" b="1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微软雅黑" panose="020B0503020204020204" pitchFamily="34" charset="-122"/>
                    <a:cs typeface="JetBrains Mono" panose="02000009000000000000" pitchFamily="49" charset="0"/>
                  </a:endParaRPr>
                </a:p>
              </p:txBody>
            </p:sp>
            <p:sp>
              <p:nvSpPr>
                <p:cNvPr id="211" name="文本框 210">
                  <a:extLst>
                    <a:ext uri="{FF2B5EF4-FFF2-40B4-BE49-F238E27FC236}">
                      <a16:creationId xmlns:a16="http://schemas.microsoft.com/office/drawing/2014/main" id="{F5C55A37-955A-494C-8301-AFF3AFCA476F}"/>
                    </a:ext>
                  </a:extLst>
                </p:cNvPr>
                <p:cNvSpPr txBox="1"/>
                <p:nvPr/>
              </p:nvSpPr>
              <p:spPr>
                <a:xfrm>
                  <a:off x="8359398" y="189706"/>
                  <a:ext cx="300943" cy="397907"/>
                </a:xfrm>
                <a:prstGeom prst="roundRect">
                  <a:avLst/>
                </a:prstGeom>
                <a:solidFill>
                  <a:srgbClr val="F8CCB9"/>
                </a:solidFill>
                <a:ln>
                  <a:noFill/>
                </a:ln>
              </p:spPr>
              <p:txBody>
                <a:bodyPr wrap="square" rtlCol="0" anchor="ctr">
                  <a:spAutoFit/>
                </a:bodyPr>
                <a:lstStyle>
                  <a:defPPr>
                    <a:defRPr lang="zh-CN"/>
                  </a:defPPr>
                  <a:lvl1pPr algn="ctr">
                    <a:defRPr b="1">
                      <a:solidFill>
                        <a:srgbClr val="FDEFE8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defRPr>
                  </a:lvl1pPr>
                </a:lstStyle>
                <a:p>
                  <a:r>
                    <a:rPr lang="en-US" altLang="zh-CN" dirty="0">
                      <a:solidFill>
                        <a:srgbClr val="D74514"/>
                      </a:solidFill>
                    </a:rPr>
                    <a:t>3</a:t>
                  </a:r>
                  <a:endParaRPr lang="zh-CN" altLang="en-US" dirty="0">
                    <a:solidFill>
                      <a:srgbClr val="D74514"/>
                    </a:solidFill>
                  </a:endParaRPr>
                </a:p>
              </p:txBody>
            </p:sp>
            <p:sp>
              <p:nvSpPr>
                <p:cNvPr id="212" name="文本框 211">
                  <a:extLst>
                    <a:ext uri="{FF2B5EF4-FFF2-40B4-BE49-F238E27FC236}">
                      <a16:creationId xmlns:a16="http://schemas.microsoft.com/office/drawing/2014/main" id="{EB433553-4F42-4803-AED5-71A3477A9A4B}"/>
                    </a:ext>
                  </a:extLst>
                </p:cNvPr>
                <p:cNvSpPr txBox="1"/>
                <p:nvPr/>
              </p:nvSpPr>
              <p:spPr>
                <a:xfrm>
                  <a:off x="8884016" y="189706"/>
                  <a:ext cx="300943" cy="397907"/>
                </a:xfrm>
                <a:prstGeom prst="round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CN" b="1" dirty="0">
                      <a:solidFill>
                        <a:srgbClr val="D74514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rPr>
                    <a:t>4</a:t>
                  </a:r>
                  <a:endParaRPr lang="zh-CN" altLang="en-US" b="1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微软雅黑" panose="020B0503020204020204" pitchFamily="34" charset="-122"/>
                    <a:cs typeface="JetBrains Mono" panose="02000009000000000000" pitchFamily="49" charset="0"/>
                  </a:endParaRPr>
                </a:p>
              </p:txBody>
            </p:sp>
            <p:sp>
              <p:nvSpPr>
                <p:cNvPr id="213" name="文本框 212">
                  <a:extLst>
                    <a:ext uri="{FF2B5EF4-FFF2-40B4-BE49-F238E27FC236}">
                      <a16:creationId xmlns:a16="http://schemas.microsoft.com/office/drawing/2014/main" id="{CEF23087-12E0-4098-BB70-4E6940BE5B9B}"/>
                    </a:ext>
                  </a:extLst>
                </p:cNvPr>
                <p:cNvSpPr txBox="1"/>
                <p:nvPr/>
              </p:nvSpPr>
              <p:spPr>
                <a:xfrm>
                  <a:off x="9409951" y="189706"/>
                  <a:ext cx="300943" cy="397907"/>
                </a:xfrm>
                <a:prstGeom prst="round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CN" b="1" dirty="0">
                      <a:solidFill>
                        <a:srgbClr val="D74514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rPr>
                    <a:t>5</a:t>
                  </a:r>
                  <a:endParaRPr lang="zh-CN" altLang="en-US" b="1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微软雅黑" panose="020B0503020204020204" pitchFamily="34" charset="-122"/>
                    <a:cs typeface="JetBrains Mono" panose="02000009000000000000" pitchFamily="49" charset="0"/>
                  </a:endParaRPr>
                </a:p>
              </p:txBody>
            </p:sp>
          </p:grpSp>
          <p:grpSp>
            <p:nvGrpSpPr>
              <p:cNvPr id="214" name="组合 213">
                <a:extLst>
                  <a:ext uri="{FF2B5EF4-FFF2-40B4-BE49-F238E27FC236}">
                    <a16:creationId xmlns:a16="http://schemas.microsoft.com/office/drawing/2014/main" id="{97E65C03-F028-45E1-87D2-0E8EB398A2DD}"/>
                  </a:ext>
                </a:extLst>
              </p:cNvPr>
              <p:cNvGrpSpPr/>
              <p:nvPr/>
            </p:nvGrpSpPr>
            <p:grpSpPr>
              <a:xfrm>
                <a:off x="5732574" y="2013708"/>
                <a:ext cx="3981174" cy="397907"/>
                <a:chOff x="5729720" y="189706"/>
                <a:chExt cx="3981174" cy="397907"/>
              </a:xfrm>
            </p:grpSpPr>
            <p:sp>
              <p:nvSpPr>
                <p:cNvPr id="215" name="文本框 214">
                  <a:extLst>
                    <a:ext uri="{FF2B5EF4-FFF2-40B4-BE49-F238E27FC236}">
                      <a16:creationId xmlns:a16="http://schemas.microsoft.com/office/drawing/2014/main" id="{284E532A-4BE6-4F5D-81BD-51D76A49B54A}"/>
                    </a:ext>
                  </a:extLst>
                </p:cNvPr>
                <p:cNvSpPr txBox="1"/>
                <p:nvPr/>
              </p:nvSpPr>
              <p:spPr>
                <a:xfrm>
                  <a:off x="5729720" y="189706"/>
                  <a:ext cx="300943" cy="397907"/>
                </a:xfrm>
                <a:prstGeom prst="round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CN" b="1" dirty="0">
                      <a:solidFill>
                        <a:srgbClr val="D74514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rPr>
                    <a:t>3</a:t>
                  </a:r>
                  <a:endParaRPr lang="zh-CN" altLang="en-US" b="1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微软雅黑" panose="020B0503020204020204" pitchFamily="34" charset="-122"/>
                    <a:cs typeface="JetBrains Mono" panose="02000009000000000000" pitchFamily="49" charset="0"/>
                  </a:endParaRPr>
                </a:p>
              </p:txBody>
            </p:sp>
            <p:sp>
              <p:nvSpPr>
                <p:cNvPr id="216" name="文本框 215">
                  <a:extLst>
                    <a:ext uri="{FF2B5EF4-FFF2-40B4-BE49-F238E27FC236}">
                      <a16:creationId xmlns:a16="http://schemas.microsoft.com/office/drawing/2014/main" id="{D6F19D3F-0FDA-4E26-A410-D33658EE530C}"/>
                    </a:ext>
                  </a:extLst>
                </p:cNvPr>
                <p:cNvSpPr txBox="1"/>
                <p:nvPr/>
              </p:nvSpPr>
              <p:spPr>
                <a:xfrm>
                  <a:off x="6255655" y="189706"/>
                  <a:ext cx="300943" cy="397907"/>
                </a:xfrm>
                <a:prstGeom prst="round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CN" b="1" dirty="0">
                      <a:solidFill>
                        <a:srgbClr val="D74514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rPr>
                    <a:t>2</a:t>
                  </a:r>
                  <a:endParaRPr lang="zh-CN" altLang="en-US" b="1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微软雅黑" panose="020B0503020204020204" pitchFamily="34" charset="-122"/>
                    <a:cs typeface="JetBrains Mono" panose="02000009000000000000" pitchFamily="49" charset="0"/>
                  </a:endParaRPr>
                </a:p>
              </p:txBody>
            </p:sp>
            <p:sp>
              <p:nvSpPr>
                <p:cNvPr id="217" name="文本框 216">
                  <a:extLst>
                    <a:ext uri="{FF2B5EF4-FFF2-40B4-BE49-F238E27FC236}">
                      <a16:creationId xmlns:a16="http://schemas.microsoft.com/office/drawing/2014/main" id="{38D26F92-CF93-4467-BC6D-B6FBCB881BBC}"/>
                    </a:ext>
                  </a:extLst>
                </p:cNvPr>
                <p:cNvSpPr txBox="1"/>
                <p:nvPr/>
              </p:nvSpPr>
              <p:spPr>
                <a:xfrm>
                  <a:off x="6781590" y="189706"/>
                  <a:ext cx="300943" cy="397907"/>
                </a:xfrm>
                <a:prstGeom prst="round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CN" b="1" dirty="0">
                      <a:solidFill>
                        <a:srgbClr val="D74514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rPr>
                    <a:t>3</a:t>
                  </a:r>
                  <a:endParaRPr lang="zh-CN" altLang="en-US" b="1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微软雅黑" panose="020B0503020204020204" pitchFamily="34" charset="-122"/>
                    <a:cs typeface="JetBrains Mono" panose="02000009000000000000" pitchFamily="49" charset="0"/>
                  </a:endParaRPr>
                </a:p>
              </p:txBody>
            </p:sp>
            <p:sp>
              <p:nvSpPr>
                <p:cNvPr id="218" name="文本框 217">
                  <a:extLst>
                    <a:ext uri="{FF2B5EF4-FFF2-40B4-BE49-F238E27FC236}">
                      <a16:creationId xmlns:a16="http://schemas.microsoft.com/office/drawing/2014/main" id="{BBBA14BC-5138-49FC-8CC0-63A882DD0081}"/>
                    </a:ext>
                  </a:extLst>
                </p:cNvPr>
                <p:cNvSpPr txBox="1"/>
                <p:nvPr/>
              </p:nvSpPr>
              <p:spPr>
                <a:xfrm>
                  <a:off x="7307528" y="189706"/>
                  <a:ext cx="300943" cy="397907"/>
                </a:xfrm>
                <a:prstGeom prst="round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CN" b="1" dirty="0">
                      <a:solidFill>
                        <a:srgbClr val="D74514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rPr>
                    <a:t>4</a:t>
                  </a:r>
                  <a:endParaRPr lang="zh-CN" altLang="en-US" b="1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微软雅黑" panose="020B0503020204020204" pitchFamily="34" charset="-122"/>
                    <a:cs typeface="JetBrains Mono" panose="02000009000000000000" pitchFamily="49" charset="0"/>
                  </a:endParaRPr>
                </a:p>
              </p:txBody>
            </p:sp>
            <p:sp>
              <p:nvSpPr>
                <p:cNvPr id="219" name="文本框 218">
                  <a:extLst>
                    <a:ext uri="{FF2B5EF4-FFF2-40B4-BE49-F238E27FC236}">
                      <a16:creationId xmlns:a16="http://schemas.microsoft.com/office/drawing/2014/main" id="{B6A3AE58-9FAC-4F49-84B3-19B3A849FBC8}"/>
                    </a:ext>
                  </a:extLst>
                </p:cNvPr>
                <p:cNvSpPr txBox="1"/>
                <p:nvPr/>
              </p:nvSpPr>
              <p:spPr>
                <a:xfrm>
                  <a:off x="7833463" y="189706"/>
                  <a:ext cx="300943" cy="397907"/>
                </a:xfrm>
                <a:prstGeom prst="round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CN" b="1" dirty="0">
                      <a:solidFill>
                        <a:srgbClr val="D74514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rPr>
                    <a:t>3</a:t>
                  </a:r>
                  <a:endParaRPr lang="zh-CN" altLang="en-US" b="1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微软雅黑" panose="020B0503020204020204" pitchFamily="34" charset="-122"/>
                    <a:cs typeface="JetBrains Mono" panose="02000009000000000000" pitchFamily="49" charset="0"/>
                  </a:endParaRPr>
                </a:p>
              </p:txBody>
            </p:sp>
            <p:sp>
              <p:nvSpPr>
                <p:cNvPr id="220" name="文本框 219">
                  <a:extLst>
                    <a:ext uri="{FF2B5EF4-FFF2-40B4-BE49-F238E27FC236}">
                      <a16:creationId xmlns:a16="http://schemas.microsoft.com/office/drawing/2014/main" id="{D8E42806-2CDE-4BE5-987D-09B43A9B845C}"/>
                    </a:ext>
                  </a:extLst>
                </p:cNvPr>
                <p:cNvSpPr txBox="1"/>
                <p:nvPr/>
              </p:nvSpPr>
              <p:spPr>
                <a:xfrm>
                  <a:off x="8359398" y="189706"/>
                  <a:ext cx="300943" cy="397907"/>
                </a:xfrm>
                <a:prstGeom prst="roundRect">
                  <a:avLst/>
                </a:prstGeom>
                <a:solidFill>
                  <a:srgbClr val="F8CCB9"/>
                </a:solidFill>
                <a:ln>
                  <a:noFill/>
                </a:ln>
              </p:spPr>
              <p:txBody>
                <a:bodyPr wrap="square" rtlCol="0" anchor="ctr">
                  <a:spAutoFit/>
                </a:bodyPr>
                <a:lstStyle>
                  <a:defPPr>
                    <a:defRPr lang="zh-CN"/>
                  </a:defPPr>
                  <a:lvl1pPr algn="ctr">
                    <a:defRPr b="1">
                      <a:solidFill>
                        <a:srgbClr val="FDEFE8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defRPr>
                  </a:lvl1pPr>
                </a:lstStyle>
                <a:p>
                  <a:r>
                    <a:rPr lang="en-US" altLang="zh-CN" dirty="0">
                      <a:solidFill>
                        <a:srgbClr val="D74514"/>
                      </a:solidFill>
                    </a:rPr>
                    <a:t>4</a:t>
                  </a:r>
                  <a:endParaRPr lang="zh-CN" altLang="en-US" dirty="0">
                    <a:solidFill>
                      <a:srgbClr val="D74514"/>
                    </a:solidFill>
                  </a:endParaRPr>
                </a:p>
              </p:txBody>
            </p:sp>
            <p:sp>
              <p:nvSpPr>
                <p:cNvPr id="221" name="文本框 220">
                  <a:extLst>
                    <a:ext uri="{FF2B5EF4-FFF2-40B4-BE49-F238E27FC236}">
                      <a16:creationId xmlns:a16="http://schemas.microsoft.com/office/drawing/2014/main" id="{C49A8831-4EAF-435D-8907-69ABECF523DE}"/>
                    </a:ext>
                  </a:extLst>
                </p:cNvPr>
                <p:cNvSpPr txBox="1"/>
                <p:nvPr/>
              </p:nvSpPr>
              <p:spPr>
                <a:xfrm>
                  <a:off x="8884016" y="189706"/>
                  <a:ext cx="300943" cy="397907"/>
                </a:xfrm>
                <a:prstGeom prst="round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CN" b="1" dirty="0">
                      <a:solidFill>
                        <a:srgbClr val="D74514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rPr>
                    <a:t>5</a:t>
                  </a:r>
                  <a:endParaRPr lang="zh-CN" altLang="en-US" b="1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微软雅黑" panose="020B0503020204020204" pitchFamily="34" charset="-122"/>
                    <a:cs typeface="JetBrains Mono" panose="02000009000000000000" pitchFamily="49" charset="0"/>
                  </a:endParaRPr>
                </a:p>
              </p:txBody>
            </p:sp>
            <p:sp>
              <p:nvSpPr>
                <p:cNvPr id="222" name="文本框 221">
                  <a:extLst>
                    <a:ext uri="{FF2B5EF4-FFF2-40B4-BE49-F238E27FC236}">
                      <a16:creationId xmlns:a16="http://schemas.microsoft.com/office/drawing/2014/main" id="{5352885E-A437-4EC6-81B1-3F9C9974D07A}"/>
                    </a:ext>
                  </a:extLst>
                </p:cNvPr>
                <p:cNvSpPr txBox="1"/>
                <p:nvPr/>
              </p:nvSpPr>
              <p:spPr>
                <a:xfrm>
                  <a:off x="9409951" y="189706"/>
                  <a:ext cx="300943" cy="397907"/>
                </a:xfrm>
                <a:prstGeom prst="round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CN" b="1" dirty="0">
                      <a:solidFill>
                        <a:srgbClr val="D74514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rPr>
                    <a:t>4</a:t>
                  </a:r>
                  <a:endParaRPr lang="zh-CN" altLang="en-US" b="1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微软雅黑" panose="020B0503020204020204" pitchFamily="34" charset="-122"/>
                    <a:cs typeface="JetBrains Mono" panose="02000009000000000000" pitchFamily="49" charset="0"/>
                  </a:endParaRPr>
                </a:p>
              </p:txBody>
            </p:sp>
          </p:grpSp>
          <p:grpSp>
            <p:nvGrpSpPr>
              <p:cNvPr id="223" name="组合 222">
                <a:extLst>
                  <a:ext uri="{FF2B5EF4-FFF2-40B4-BE49-F238E27FC236}">
                    <a16:creationId xmlns:a16="http://schemas.microsoft.com/office/drawing/2014/main" id="{D206C080-2D64-4C3A-95EB-048C95659870}"/>
                  </a:ext>
                </a:extLst>
              </p:cNvPr>
              <p:cNvGrpSpPr/>
              <p:nvPr/>
            </p:nvGrpSpPr>
            <p:grpSpPr>
              <a:xfrm>
                <a:off x="5730373" y="2541648"/>
                <a:ext cx="3981174" cy="397907"/>
                <a:chOff x="5729720" y="189706"/>
                <a:chExt cx="3981174" cy="397907"/>
              </a:xfrm>
            </p:grpSpPr>
            <p:sp>
              <p:nvSpPr>
                <p:cNvPr id="224" name="文本框 223">
                  <a:extLst>
                    <a:ext uri="{FF2B5EF4-FFF2-40B4-BE49-F238E27FC236}">
                      <a16:creationId xmlns:a16="http://schemas.microsoft.com/office/drawing/2014/main" id="{3DA19C20-8383-4EA7-9A29-78EF7BAC4FE5}"/>
                    </a:ext>
                  </a:extLst>
                </p:cNvPr>
                <p:cNvSpPr txBox="1"/>
                <p:nvPr/>
              </p:nvSpPr>
              <p:spPr>
                <a:xfrm>
                  <a:off x="5729720" y="189706"/>
                  <a:ext cx="300943" cy="397907"/>
                </a:xfrm>
                <a:prstGeom prst="round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CN" b="1" dirty="0">
                      <a:solidFill>
                        <a:srgbClr val="D74514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rPr>
                    <a:t>4</a:t>
                  </a:r>
                  <a:endParaRPr lang="zh-CN" altLang="en-US" b="1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微软雅黑" panose="020B0503020204020204" pitchFamily="34" charset="-122"/>
                    <a:cs typeface="JetBrains Mono" panose="02000009000000000000" pitchFamily="49" charset="0"/>
                  </a:endParaRPr>
                </a:p>
              </p:txBody>
            </p:sp>
            <p:sp>
              <p:nvSpPr>
                <p:cNvPr id="225" name="文本框 224">
                  <a:extLst>
                    <a:ext uri="{FF2B5EF4-FFF2-40B4-BE49-F238E27FC236}">
                      <a16:creationId xmlns:a16="http://schemas.microsoft.com/office/drawing/2014/main" id="{F0862B92-2F1C-4993-B45B-672DC88E6515}"/>
                    </a:ext>
                  </a:extLst>
                </p:cNvPr>
                <p:cNvSpPr txBox="1"/>
                <p:nvPr/>
              </p:nvSpPr>
              <p:spPr>
                <a:xfrm>
                  <a:off x="6255655" y="189706"/>
                  <a:ext cx="300943" cy="397907"/>
                </a:xfrm>
                <a:prstGeom prst="round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CN" b="1" dirty="0">
                      <a:solidFill>
                        <a:srgbClr val="D74514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rPr>
                    <a:t>3</a:t>
                  </a:r>
                  <a:endParaRPr lang="zh-CN" altLang="en-US" b="1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微软雅黑" panose="020B0503020204020204" pitchFamily="34" charset="-122"/>
                    <a:cs typeface="JetBrains Mono" panose="02000009000000000000" pitchFamily="49" charset="0"/>
                  </a:endParaRPr>
                </a:p>
              </p:txBody>
            </p:sp>
            <p:sp>
              <p:nvSpPr>
                <p:cNvPr id="226" name="文本框 225">
                  <a:extLst>
                    <a:ext uri="{FF2B5EF4-FFF2-40B4-BE49-F238E27FC236}">
                      <a16:creationId xmlns:a16="http://schemas.microsoft.com/office/drawing/2014/main" id="{24082925-5379-44E2-AC5C-93A9BFFD18D4}"/>
                    </a:ext>
                  </a:extLst>
                </p:cNvPr>
                <p:cNvSpPr txBox="1"/>
                <p:nvPr/>
              </p:nvSpPr>
              <p:spPr>
                <a:xfrm>
                  <a:off x="6781590" y="189706"/>
                  <a:ext cx="300943" cy="397907"/>
                </a:xfrm>
                <a:prstGeom prst="round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CN" b="1" dirty="0">
                      <a:solidFill>
                        <a:srgbClr val="D74514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rPr>
                    <a:t>2</a:t>
                  </a:r>
                  <a:endParaRPr lang="zh-CN" altLang="en-US" b="1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微软雅黑" panose="020B0503020204020204" pitchFamily="34" charset="-122"/>
                    <a:cs typeface="JetBrains Mono" panose="02000009000000000000" pitchFamily="49" charset="0"/>
                  </a:endParaRPr>
                </a:p>
              </p:txBody>
            </p:sp>
            <p:sp>
              <p:nvSpPr>
                <p:cNvPr id="227" name="文本框 226">
                  <a:extLst>
                    <a:ext uri="{FF2B5EF4-FFF2-40B4-BE49-F238E27FC236}">
                      <a16:creationId xmlns:a16="http://schemas.microsoft.com/office/drawing/2014/main" id="{DC941E9C-24B1-41E8-A4AC-41B21455C10C}"/>
                    </a:ext>
                  </a:extLst>
                </p:cNvPr>
                <p:cNvSpPr txBox="1"/>
                <p:nvPr/>
              </p:nvSpPr>
              <p:spPr>
                <a:xfrm>
                  <a:off x="7307528" y="189706"/>
                  <a:ext cx="300943" cy="397907"/>
                </a:xfrm>
                <a:prstGeom prst="round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CN" b="1" dirty="0">
                      <a:solidFill>
                        <a:srgbClr val="D74514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rPr>
                    <a:t>3</a:t>
                  </a:r>
                  <a:endParaRPr lang="zh-CN" altLang="en-US" b="1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微软雅黑" panose="020B0503020204020204" pitchFamily="34" charset="-122"/>
                    <a:cs typeface="JetBrains Mono" panose="02000009000000000000" pitchFamily="49" charset="0"/>
                  </a:endParaRPr>
                </a:p>
              </p:txBody>
            </p:sp>
            <p:sp>
              <p:nvSpPr>
                <p:cNvPr id="228" name="文本框 227">
                  <a:extLst>
                    <a:ext uri="{FF2B5EF4-FFF2-40B4-BE49-F238E27FC236}">
                      <a16:creationId xmlns:a16="http://schemas.microsoft.com/office/drawing/2014/main" id="{C0561811-E396-4012-A79F-DF0E86CAD89B}"/>
                    </a:ext>
                  </a:extLst>
                </p:cNvPr>
                <p:cNvSpPr txBox="1"/>
                <p:nvPr/>
              </p:nvSpPr>
              <p:spPr>
                <a:xfrm>
                  <a:off x="7833463" y="189706"/>
                  <a:ext cx="300943" cy="397907"/>
                </a:xfrm>
                <a:prstGeom prst="round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CN" b="1" dirty="0">
                      <a:solidFill>
                        <a:srgbClr val="D74514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rPr>
                    <a:t>4</a:t>
                  </a:r>
                  <a:endParaRPr lang="zh-CN" altLang="en-US" b="1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微软雅黑" panose="020B0503020204020204" pitchFamily="34" charset="-122"/>
                    <a:cs typeface="JetBrains Mono" panose="02000009000000000000" pitchFamily="49" charset="0"/>
                  </a:endParaRPr>
                </a:p>
              </p:txBody>
            </p:sp>
            <p:sp>
              <p:nvSpPr>
                <p:cNvPr id="229" name="文本框 228">
                  <a:extLst>
                    <a:ext uri="{FF2B5EF4-FFF2-40B4-BE49-F238E27FC236}">
                      <a16:creationId xmlns:a16="http://schemas.microsoft.com/office/drawing/2014/main" id="{B25E1537-568B-4459-8585-D7483A1742DC}"/>
                    </a:ext>
                  </a:extLst>
                </p:cNvPr>
                <p:cNvSpPr txBox="1"/>
                <p:nvPr/>
              </p:nvSpPr>
              <p:spPr>
                <a:xfrm>
                  <a:off x="8359398" y="189706"/>
                  <a:ext cx="300943" cy="397907"/>
                </a:xfrm>
                <a:prstGeom prst="round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CN" b="1" dirty="0">
                      <a:solidFill>
                        <a:srgbClr val="D74514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rPr>
                    <a:t>3</a:t>
                  </a:r>
                  <a:endParaRPr lang="zh-CN" altLang="en-US" b="1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微软雅黑" panose="020B0503020204020204" pitchFamily="34" charset="-122"/>
                    <a:cs typeface="JetBrains Mono" panose="02000009000000000000" pitchFamily="49" charset="0"/>
                  </a:endParaRPr>
                </a:p>
              </p:txBody>
            </p:sp>
            <p:sp>
              <p:nvSpPr>
                <p:cNvPr id="230" name="文本框 229">
                  <a:extLst>
                    <a:ext uri="{FF2B5EF4-FFF2-40B4-BE49-F238E27FC236}">
                      <a16:creationId xmlns:a16="http://schemas.microsoft.com/office/drawing/2014/main" id="{5A6EDE2F-90EB-4CC4-BC0A-C0838A35B523}"/>
                    </a:ext>
                  </a:extLst>
                </p:cNvPr>
                <p:cNvSpPr txBox="1"/>
                <p:nvPr/>
              </p:nvSpPr>
              <p:spPr>
                <a:xfrm>
                  <a:off x="8884016" y="189706"/>
                  <a:ext cx="300943" cy="397907"/>
                </a:xfrm>
                <a:prstGeom prst="roundRect">
                  <a:avLst/>
                </a:prstGeom>
                <a:solidFill>
                  <a:srgbClr val="F8CCB9"/>
                </a:solidFill>
                <a:ln>
                  <a:noFill/>
                </a:ln>
              </p:spPr>
              <p:txBody>
                <a:bodyPr wrap="square" rtlCol="0" anchor="ctr">
                  <a:spAutoFit/>
                </a:bodyPr>
                <a:lstStyle>
                  <a:defPPr>
                    <a:defRPr lang="zh-CN"/>
                  </a:defPPr>
                  <a:lvl1pPr algn="ctr">
                    <a:defRPr b="1">
                      <a:solidFill>
                        <a:srgbClr val="FDEFE8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defRPr>
                  </a:lvl1pPr>
                </a:lstStyle>
                <a:p>
                  <a:r>
                    <a:rPr lang="en-US" altLang="zh-CN" dirty="0">
                      <a:solidFill>
                        <a:srgbClr val="D74514"/>
                      </a:solidFill>
                    </a:rPr>
                    <a:t>4</a:t>
                  </a:r>
                  <a:endParaRPr lang="zh-CN" altLang="en-US" dirty="0">
                    <a:solidFill>
                      <a:srgbClr val="D74514"/>
                    </a:solidFill>
                  </a:endParaRPr>
                </a:p>
              </p:txBody>
            </p:sp>
            <p:sp>
              <p:nvSpPr>
                <p:cNvPr id="231" name="文本框 230">
                  <a:extLst>
                    <a:ext uri="{FF2B5EF4-FFF2-40B4-BE49-F238E27FC236}">
                      <a16:creationId xmlns:a16="http://schemas.microsoft.com/office/drawing/2014/main" id="{2A60E9A4-FF0B-4900-80C2-FC5F81C378C2}"/>
                    </a:ext>
                  </a:extLst>
                </p:cNvPr>
                <p:cNvSpPr txBox="1"/>
                <p:nvPr/>
              </p:nvSpPr>
              <p:spPr>
                <a:xfrm>
                  <a:off x="9409951" y="189706"/>
                  <a:ext cx="300943" cy="397907"/>
                </a:xfrm>
                <a:prstGeom prst="round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CN" b="1" dirty="0">
                      <a:solidFill>
                        <a:srgbClr val="D74514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rPr>
                    <a:t>5</a:t>
                  </a:r>
                  <a:endParaRPr lang="zh-CN" altLang="en-US" b="1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微软雅黑" panose="020B0503020204020204" pitchFamily="34" charset="-122"/>
                    <a:cs typeface="JetBrains Mono" panose="02000009000000000000" pitchFamily="49" charset="0"/>
                  </a:endParaRPr>
                </a:p>
              </p:txBody>
            </p:sp>
          </p:grpSp>
          <p:grpSp>
            <p:nvGrpSpPr>
              <p:cNvPr id="232" name="组合 231">
                <a:extLst>
                  <a:ext uri="{FF2B5EF4-FFF2-40B4-BE49-F238E27FC236}">
                    <a16:creationId xmlns:a16="http://schemas.microsoft.com/office/drawing/2014/main" id="{FEB8FC43-8247-407F-92E4-AB8EDE601FAE}"/>
                  </a:ext>
                </a:extLst>
              </p:cNvPr>
              <p:cNvGrpSpPr/>
              <p:nvPr/>
            </p:nvGrpSpPr>
            <p:grpSpPr>
              <a:xfrm>
                <a:off x="5730373" y="3066658"/>
                <a:ext cx="3981174" cy="397907"/>
                <a:chOff x="5729720" y="189706"/>
                <a:chExt cx="3981174" cy="397907"/>
              </a:xfrm>
            </p:grpSpPr>
            <p:sp>
              <p:nvSpPr>
                <p:cNvPr id="233" name="文本框 232">
                  <a:extLst>
                    <a:ext uri="{FF2B5EF4-FFF2-40B4-BE49-F238E27FC236}">
                      <a16:creationId xmlns:a16="http://schemas.microsoft.com/office/drawing/2014/main" id="{0967B208-BAE2-4928-B7EB-4264BA985CB8}"/>
                    </a:ext>
                  </a:extLst>
                </p:cNvPr>
                <p:cNvSpPr txBox="1"/>
                <p:nvPr/>
              </p:nvSpPr>
              <p:spPr>
                <a:xfrm>
                  <a:off x="5729720" y="189706"/>
                  <a:ext cx="300943" cy="397907"/>
                </a:xfrm>
                <a:prstGeom prst="round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CN" b="1" dirty="0">
                      <a:solidFill>
                        <a:srgbClr val="D74514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rPr>
                    <a:t>5</a:t>
                  </a:r>
                  <a:endParaRPr lang="zh-CN" altLang="en-US" b="1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微软雅黑" panose="020B0503020204020204" pitchFamily="34" charset="-122"/>
                    <a:cs typeface="JetBrains Mono" panose="02000009000000000000" pitchFamily="49" charset="0"/>
                  </a:endParaRPr>
                </a:p>
              </p:txBody>
            </p:sp>
            <p:sp>
              <p:nvSpPr>
                <p:cNvPr id="234" name="文本框 233">
                  <a:extLst>
                    <a:ext uri="{FF2B5EF4-FFF2-40B4-BE49-F238E27FC236}">
                      <a16:creationId xmlns:a16="http://schemas.microsoft.com/office/drawing/2014/main" id="{E2960549-765B-4577-8ADB-40CA1CD152AF}"/>
                    </a:ext>
                  </a:extLst>
                </p:cNvPr>
                <p:cNvSpPr txBox="1"/>
                <p:nvPr/>
              </p:nvSpPr>
              <p:spPr>
                <a:xfrm>
                  <a:off x="6255655" y="189706"/>
                  <a:ext cx="300943" cy="397907"/>
                </a:xfrm>
                <a:prstGeom prst="round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CN" b="1" dirty="0">
                      <a:solidFill>
                        <a:srgbClr val="D74514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rPr>
                    <a:t>4</a:t>
                  </a:r>
                  <a:endParaRPr lang="zh-CN" altLang="en-US" b="1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微软雅黑" panose="020B0503020204020204" pitchFamily="34" charset="-122"/>
                    <a:cs typeface="JetBrains Mono" panose="02000009000000000000" pitchFamily="49" charset="0"/>
                  </a:endParaRPr>
                </a:p>
              </p:txBody>
            </p:sp>
            <p:sp>
              <p:nvSpPr>
                <p:cNvPr id="235" name="文本框 234">
                  <a:extLst>
                    <a:ext uri="{FF2B5EF4-FFF2-40B4-BE49-F238E27FC236}">
                      <a16:creationId xmlns:a16="http://schemas.microsoft.com/office/drawing/2014/main" id="{56263B99-F158-405A-B9BB-C87DC0E5899E}"/>
                    </a:ext>
                  </a:extLst>
                </p:cNvPr>
                <p:cNvSpPr txBox="1"/>
                <p:nvPr/>
              </p:nvSpPr>
              <p:spPr>
                <a:xfrm>
                  <a:off x="6781590" y="189706"/>
                  <a:ext cx="300943" cy="397907"/>
                </a:xfrm>
                <a:prstGeom prst="round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CN" b="1" dirty="0">
                      <a:solidFill>
                        <a:srgbClr val="D74514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rPr>
                    <a:t>3</a:t>
                  </a:r>
                  <a:endParaRPr lang="zh-CN" altLang="en-US" b="1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微软雅黑" panose="020B0503020204020204" pitchFamily="34" charset="-122"/>
                    <a:cs typeface="JetBrains Mono" panose="02000009000000000000" pitchFamily="49" charset="0"/>
                  </a:endParaRPr>
                </a:p>
              </p:txBody>
            </p:sp>
            <p:sp>
              <p:nvSpPr>
                <p:cNvPr id="236" name="文本框 235">
                  <a:extLst>
                    <a:ext uri="{FF2B5EF4-FFF2-40B4-BE49-F238E27FC236}">
                      <a16:creationId xmlns:a16="http://schemas.microsoft.com/office/drawing/2014/main" id="{730DE6BB-AC7F-43BA-87D0-BF6866C789B7}"/>
                    </a:ext>
                  </a:extLst>
                </p:cNvPr>
                <p:cNvSpPr txBox="1"/>
                <p:nvPr/>
              </p:nvSpPr>
              <p:spPr>
                <a:xfrm>
                  <a:off x="7307528" y="189706"/>
                  <a:ext cx="300943" cy="397907"/>
                </a:xfrm>
                <a:prstGeom prst="round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CN" b="1" dirty="0">
                      <a:solidFill>
                        <a:srgbClr val="D74514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rPr>
                    <a:t>4</a:t>
                  </a:r>
                  <a:endParaRPr lang="zh-CN" altLang="en-US" b="1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微软雅黑" panose="020B0503020204020204" pitchFamily="34" charset="-122"/>
                    <a:cs typeface="JetBrains Mono" panose="02000009000000000000" pitchFamily="49" charset="0"/>
                  </a:endParaRPr>
                </a:p>
              </p:txBody>
            </p:sp>
            <p:sp>
              <p:nvSpPr>
                <p:cNvPr id="237" name="文本框 236">
                  <a:extLst>
                    <a:ext uri="{FF2B5EF4-FFF2-40B4-BE49-F238E27FC236}">
                      <a16:creationId xmlns:a16="http://schemas.microsoft.com/office/drawing/2014/main" id="{D24D9EC4-1ABF-4D3A-81D9-D7063FD6329D}"/>
                    </a:ext>
                  </a:extLst>
                </p:cNvPr>
                <p:cNvSpPr txBox="1"/>
                <p:nvPr/>
              </p:nvSpPr>
              <p:spPr>
                <a:xfrm>
                  <a:off x="7833463" y="189706"/>
                  <a:ext cx="300943" cy="397907"/>
                </a:xfrm>
                <a:prstGeom prst="round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CN" b="1" dirty="0">
                      <a:solidFill>
                        <a:srgbClr val="D74514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rPr>
                    <a:t>3</a:t>
                  </a:r>
                  <a:endParaRPr lang="zh-CN" altLang="en-US" b="1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微软雅黑" panose="020B0503020204020204" pitchFamily="34" charset="-122"/>
                    <a:cs typeface="JetBrains Mono" panose="02000009000000000000" pitchFamily="49" charset="0"/>
                  </a:endParaRPr>
                </a:p>
              </p:txBody>
            </p:sp>
            <p:sp>
              <p:nvSpPr>
                <p:cNvPr id="238" name="文本框 237">
                  <a:extLst>
                    <a:ext uri="{FF2B5EF4-FFF2-40B4-BE49-F238E27FC236}">
                      <a16:creationId xmlns:a16="http://schemas.microsoft.com/office/drawing/2014/main" id="{345344C0-7802-44E1-B005-50569F8CAAC5}"/>
                    </a:ext>
                  </a:extLst>
                </p:cNvPr>
                <p:cNvSpPr txBox="1"/>
                <p:nvPr/>
              </p:nvSpPr>
              <p:spPr>
                <a:xfrm>
                  <a:off x="8359398" y="189706"/>
                  <a:ext cx="300943" cy="397907"/>
                </a:xfrm>
                <a:prstGeom prst="round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CN" b="1" dirty="0">
                      <a:solidFill>
                        <a:srgbClr val="D74514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rPr>
                    <a:t>4</a:t>
                  </a:r>
                  <a:endParaRPr lang="zh-CN" altLang="en-US" b="1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微软雅黑" panose="020B0503020204020204" pitchFamily="34" charset="-122"/>
                    <a:cs typeface="JetBrains Mono" panose="02000009000000000000" pitchFamily="49" charset="0"/>
                  </a:endParaRPr>
                </a:p>
              </p:txBody>
            </p:sp>
            <p:sp>
              <p:nvSpPr>
                <p:cNvPr id="239" name="文本框 238">
                  <a:extLst>
                    <a:ext uri="{FF2B5EF4-FFF2-40B4-BE49-F238E27FC236}">
                      <a16:creationId xmlns:a16="http://schemas.microsoft.com/office/drawing/2014/main" id="{DEB10BE3-CC67-4094-BFB8-EE2F3C8DBB36}"/>
                    </a:ext>
                  </a:extLst>
                </p:cNvPr>
                <p:cNvSpPr txBox="1"/>
                <p:nvPr/>
              </p:nvSpPr>
              <p:spPr>
                <a:xfrm>
                  <a:off x="8884016" y="189706"/>
                  <a:ext cx="300943" cy="397907"/>
                </a:xfrm>
                <a:prstGeom prst="round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CN" b="1" dirty="0">
                      <a:solidFill>
                        <a:srgbClr val="D74514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rPr>
                    <a:t>5</a:t>
                  </a:r>
                  <a:endParaRPr lang="zh-CN" altLang="en-US" b="1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微软雅黑" panose="020B0503020204020204" pitchFamily="34" charset="-122"/>
                    <a:cs typeface="JetBrains Mono" panose="02000009000000000000" pitchFamily="49" charset="0"/>
                  </a:endParaRPr>
                </a:p>
              </p:txBody>
            </p:sp>
            <p:sp>
              <p:nvSpPr>
                <p:cNvPr id="240" name="文本框 239">
                  <a:extLst>
                    <a:ext uri="{FF2B5EF4-FFF2-40B4-BE49-F238E27FC236}">
                      <a16:creationId xmlns:a16="http://schemas.microsoft.com/office/drawing/2014/main" id="{1C8FBEB5-9046-4509-8326-DD6E22FC684D}"/>
                    </a:ext>
                  </a:extLst>
                </p:cNvPr>
                <p:cNvSpPr txBox="1"/>
                <p:nvPr/>
              </p:nvSpPr>
              <p:spPr>
                <a:xfrm>
                  <a:off x="9409951" y="189706"/>
                  <a:ext cx="300943" cy="397907"/>
                </a:xfrm>
                <a:prstGeom prst="roundRect">
                  <a:avLst/>
                </a:prstGeom>
                <a:solidFill>
                  <a:srgbClr val="F8CCB9"/>
                </a:solidFill>
                <a:ln>
                  <a:noFill/>
                </a:ln>
              </p:spPr>
              <p:txBody>
                <a:bodyPr wrap="square" rtlCol="0" anchor="ctr">
                  <a:spAutoFit/>
                </a:bodyPr>
                <a:lstStyle>
                  <a:defPPr>
                    <a:defRPr lang="zh-CN"/>
                  </a:defPPr>
                  <a:lvl1pPr algn="ctr">
                    <a:defRPr b="1">
                      <a:solidFill>
                        <a:srgbClr val="FDEFE8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defRPr>
                  </a:lvl1pPr>
                </a:lstStyle>
                <a:p>
                  <a:r>
                    <a:rPr lang="en-US" altLang="zh-CN" dirty="0">
                      <a:solidFill>
                        <a:srgbClr val="D74514"/>
                      </a:solidFill>
                    </a:rPr>
                    <a:t>4</a:t>
                  </a:r>
                  <a:endParaRPr lang="zh-CN" altLang="en-US" dirty="0">
                    <a:solidFill>
                      <a:srgbClr val="D74514"/>
                    </a:solidFill>
                  </a:endParaRPr>
                </a:p>
              </p:txBody>
            </p:sp>
          </p:grpSp>
          <p:grpSp>
            <p:nvGrpSpPr>
              <p:cNvPr id="241" name="组合 240">
                <a:extLst>
                  <a:ext uri="{FF2B5EF4-FFF2-40B4-BE49-F238E27FC236}">
                    <a16:creationId xmlns:a16="http://schemas.microsoft.com/office/drawing/2014/main" id="{7F30682C-D75D-43A8-8928-FF504DD9E967}"/>
                  </a:ext>
                </a:extLst>
              </p:cNvPr>
              <p:cNvGrpSpPr/>
              <p:nvPr/>
            </p:nvGrpSpPr>
            <p:grpSpPr>
              <a:xfrm>
                <a:off x="5730373" y="3598247"/>
                <a:ext cx="3981174" cy="397907"/>
                <a:chOff x="5729720" y="189706"/>
                <a:chExt cx="3981174" cy="397907"/>
              </a:xfrm>
            </p:grpSpPr>
            <p:sp>
              <p:nvSpPr>
                <p:cNvPr id="242" name="文本框 241">
                  <a:extLst>
                    <a:ext uri="{FF2B5EF4-FFF2-40B4-BE49-F238E27FC236}">
                      <a16:creationId xmlns:a16="http://schemas.microsoft.com/office/drawing/2014/main" id="{BC6AFB5D-7E38-4984-932C-E1E3071A282A}"/>
                    </a:ext>
                  </a:extLst>
                </p:cNvPr>
                <p:cNvSpPr txBox="1"/>
                <p:nvPr/>
              </p:nvSpPr>
              <p:spPr>
                <a:xfrm>
                  <a:off x="5729720" y="189706"/>
                  <a:ext cx="300943" cy="397907"/>
                </a:xfrm>
                <a:prstGeom prst="round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CN" b="1" dirty="0">
                      <a:solidFill>
                        <a:srgbClr val="D74514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rPr>
                    <a:t>6</a:t>
                  </a:r>
                  <a:endParaRPr lang="zh-CN" altLang="en-US" b="1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微软雅黑" panose="020B0503020204020204" pitchFamily="34" charset="-122"/>
                    <a:cs typeface="JetBrains Mono" panose="02000009000000000000" pitchFamily="49" charset="0"/>
                  </a:endParaRPr>
                </a:p>
              </p:txBody>
            </p:sp>
            <p:sp>
              <p:nvSpPr>
                <p:cNvPr id="243" name="文本框 242">
                  <a:extLst>
                    <a:ext uri="{FF2B5EF4-FFF2-40B4-BE49-F238E27FC236}">
                      <a16:creationId xmlns:a16="http://schemas.microsoft.com/office/drawing/2014/main" id="{EF428B83-0640-4861-AEFC-3F3C9284C0BB}"/>
                    </a:ext>
                  </a:extLst>
                </p:cNvPr>
                <p:cNvSpPr txBox="1"/>
                <p:nvPr/>
              </p:nvSpPr>
              <p:spPr>
                <a:xfrm>
                  <a:off x="6255655" y="189706"/>
                  <a:ext cx="300943" cy="397907"/>
                </a:xfrm>
                <a:prstGeom prst="round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CN" b="1" dirty="0">
                      <a:solidFill>
                        <a:srgbClr val="D74514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rPr>
                    <a:t>5</a:t>
                  </a:r>
                  <a:endParaRPr lang="zh-CN" altLang="en-US" b="1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微软雅黑" panose="020B0503020204020204" pitchFamily="34" charset="-122"/>
                    <a:cs typeface="JetBrains Mono" panose="02000009000000000000" pitchFamily="49" charset="0"/>
                  </a:endParaRPr>
                </a:p>
              </p:txBody>
            </p:sp>
            <p:sp>
              <p:nvSpPr>
                <p:cNvPr id="244" name="文本框 243">
                  <a:extLst>
                    <a:ext uri="{FF2B5EF4-FFF2-40B4-BE49-F238E27FC236}">
                      <a16:creationId xmlns:a16="http://schemas.microsoft.com/office/drawing/2014/main" id="{F533D55E-0A65-4943-A092-FE3E17FDC771}"/>
                    </a:ext>
                  </a:extLst>
                </p:cNvPr>
                <p:cNvSpPr txBox="1"/>
                <p:nvPr/>
              </p:nvSpPr>
              <p:spPr>
                <a:xfrm>
                  <a:off x="6781590" y="189706"/>
                  <a:ext cx="300943" cy="397907"/>
                </a:xfrm>
                <a:prstGeom prst="round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CN" b="1" dirty="0">
                      <a:solidFill>
                        <a:srgbClr val="D74514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rPr>
                    <a:t>4</a:t>
                  </a:r>
                  <a:endParaRPr lang="zh-CN" altLang="en-US" b="1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微软雅黑" panose="020B0503020204020204" pitchFamily="34" charset="-122"/>
                    <a:cs typeface="JetBrains Mono" panose="02000009000000000000" pitchFamily="49" charset="0"/>
                  </a:endParaRPr>
                </a:p>
              </p:txBody>
            </p:sp>
            <p:sp>
              <p:nvSpPr>
                <p:cNvPr id="245" name="文本框 244">
                  <a:extLst>
                    <a:ext uri="{FF2B5EF4-FFF2-40B4-BE49-F238E27FC236}">
                      <a16:creationId xmlns:a16="http://schemas.microsoft.com/office/drawing/2014/main" id="{7EE890CC-4DF4-4452-B8B6-319B536AB7F0}"/>
                    </a:ext>
                  </a:extLst>
                </p:cNvPr>
                <p:cNvSpPr txBox="1"/>
                <p:nvPr/>
              </p:nvSpPr>
              <p:spPr>
                <a:xfrm>
                  <a:off x="7307528" y="189706"/>
                  <a:ext cx="300943" cy="397907"/>
                </a:xfrm>
                <a:prstGeom prst="round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CN" b="1" dirty="0">
                      <a:solidFill>
                        <a:srgbClr val="D74514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rPr>
                    <a:t>3</a:t>
                  </a:r>
                  <a:endParaRPr lang="zh-CN" altLang="en-US" b="1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微软雅黑" panose="020B0503020204020204" pitchFamily="34" charset="-122"/>
                    <a:cs typeface="JetBrains Mono" panose="02000009000000000000" pitchFamily="49" charset="0"/>
                  </a:endParaRPr>
                </a:p>
              </p:txBody>
            </p:sp>
            <p:sp>
              <p:nvSpPr>
                <p:cNvPr id="246" name="文本框 245">
                  <a:extLst>
                    <a:ext uri="{FF2B5EF4-FFF2-40B4-BE49-F238E27FC236}">
                      <a16:creationId xmlns:a16="http://schemas.microsoft.com/office/drawing/2014/main" id="{A40244A7-4DC5-43AB-A40C-0E796B91EB8E}"/>
                    </a:ext>
                  </a:extLst>
                </p:cNvPr>
                <p:cNvSpPr txBox="1"/>
                <p:nvPr/>
              </p:nvSpPr>
              <p:spPr>
                <a:xfrm>
                  <a:off x="7833463" y="189706"/>
                  <a:ext cx="300943" cy="397907"/>
                </a:xfrm>
                <a:prstGeom prst="round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CN" b="1" dirty="0">
                      <a:solidFill>
                        <a:srgbClr val="D74514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rPr>
                    <a:t>4</a:t>
                  </a:r>
                  <a:endParaRPr lang="zh-CN" altLang="en-US" b="1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微软雅黑" panose="020B0503020204020204" pitchFamily="34" charset="-122"/>
                    <a:cs typeface="JetBrains Mono" panose="02000009000000000000" pitchFamily="49" charset="0"/>
                  </a:endParaRPr>
                </a:p>
              </p:txBody>
            </p:sp>
            <p:sp>
              <p:nvSpPr>
                <p:cNvPr id="247" name="文本框 246">
                  <a:extLst>
                    <a:ext uri="{FF2B5EF4-FFF2-40B4-BE49-F238E27FC236}">
                      <a16:creationId xmlns:a16="http://schemas.microsoft.com/office/drawing/2014/main" id="{782950CF-EE7C-4C73-B5AC-5EC728256B2C}"/>
                    </a:ext>
                  </a:extLst>
                </p:cNvPr>
                <p:cNvSpPr txBox="1"/>
                <p:nvPr/>
              </p:nvSpPr>
              <p:spPr>
                <a:xfrm>
                  <a:off x="8359398" y="189706"/>
                  <a:ext cx="300943" cy="397907"/>
                </a:xfrm>
                <a:prstGeom prst="round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CN" b="1" dirty="0">
                      <a:solidFill>
                        <a:srgbClr val="D74514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rPr>
                    <a:t>5</a:t>
                  </a:r>
                  <a:endParaRPr lang="zh-CN" altLang="en-US" b="1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微软雅黑" panose="020B0503020204020204" pitchFamily="34" charset="-122"/>
                    <a:cs typeface="JetBrains Mono" panose="02000009000000000000" pitchFamily="49" charset="0"/>
                  </a:endParaRPr>
                </a:p>
              </p:txBody>
            </p:sp>
            <p:sp>
              <p:nvSpPr>
                <p:cNvPr id="248" name="文本框 247">
                  <a:extLst>
                    <a:ext uri="{FF2B5EF4-FFF2-40B4-BE49-F238E27FC236}">
                      <a16:creationId xmlns:a16="http://schemas.microsoft.com/office/drawing/2014/main" id="{60E5EB33-38CC-4346-A335-19163D4BD7FA}"/>
                    </a:ext>
                  </a:extLst>
                </p:cNvPr>
                <p:cNvSpPr txBox="1"/>
                <p:nvPr/>
              </p:nvSpPr>
              <p:spPr>
                <a:xfrm>
                  <a:off x="8884016" y="189706"/>
                  <a:ext cx="300943" cy="397907"/>
                </a:xfrm>
                <a:prstGeom prst="round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CN" b="1" dirty="0">
                      <a:solidFill>
                        <a:srgbClr val="D74514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rPr>
                    <a:t>6</a:t>
                  </a:r>
                  <a:endParaRPr lang="zh-CN" altLang="en-US" b="1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微软雅黑" panose="020B0503020204020204" pitchFamily="34" charset="-122"/>
                    <a:cs typeface="JetBrains Mono" panose="02000009000000000000" pitchFamily="49" charset="0"/>
                  </a:endParaRPr>
                </a:p>
              </p:txBody>
            </p:sp>
            <p:sp>
              <p:nvSpPr>
                <p:cNvPr id="249" name="文本框 248">
                  <a:extLst>
                    <a:ext uri="{FF2B5EF4-FFF2-40B4-BE49-F238E27FC236}">
                      <a16:creationId xmlns:a16="http://schemas.microsoft.com/office/drawing/2014/main" id="{176ADBCA-2324-4EF1-A930-A052EA0EB9FE}"/>
                    </a:ext>
                  </a:extLst>
                </p:cNvPr>
                <p:cNvSpPr txBox="1"/>
                <p:nvPr/>
              </p:nvSpPr>
              <p:spPr>
                <a:xfrm>
                  <a:off x="9409951" y="189706"/>
                  <a:ext cx="300943" cy="397907"/>
                </a:xfrm>
                <a:prstGeom prst="roundRect">
                  <a:avLst/>
                </a:prstGeom>
                <a:solidFill>
                  <a:srgbClr val="F8CCB9"/>
                </a:solidFill>
                <a:ln>
                  <a:noFill/>
                </a:ln>
              </p:spPr>
              <p:txBody>
                <a:bodyPr wrap="square" rtlCol="0" anchor="ctr">
                  <a:spAutoFit/>
                </a:bodyPr>
                <a:lstStyle>
                  <a:defPPr>
                    <a:defRPr lang="zh-CN"/>
                  </a:defPPr>
                  <a:lvl1pPr algn="ctr">
                    <a:defRPr b="1">
                      <a:solidFill>
                        <a:srgbClr val="FDEFE8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defRPr>
                  </a:lvl1pPr>
                </a:lstStyle>
                <a:p>
                  <a:r>
                    <a:rPr lang="en-US" altLang="zh-CN" dirty="0">
                      <a:solidFill>
                        <a:srgbClr val="D74514"/>
                      </a:solidFill>
                    </a:rPr>
                    <a:t>5</a:t>
                  </a:r>
                  <a:endParaRPr lang="zh-CN" altLang="en-US" dirty="0">
                    <a:solidFill>
                      <a:srgbClr val="D74514"/>
                    </a:solidFill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3465753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>
            <a:extLst>
              <a:ext uri="{FF2B5EF4-FFF2-40B4-BE49-F238E27FC236}">
                <a16:creationId xmlns:a16="http://schemas.microsoft.com/office/drawing/2014/main" id="{759C6A8C-0DD3-4962-8B4C-529A2FEB30CC}"/>
              </a:ext>
            </a:extLst>
          </p:cNvPr>
          <p:cNvGrpSpPr/>
          <p:nvPr/>
        </p:nvGrpSpPr>
        <p:grpSpPr>
          <a:xfrm>
            <a:off x="-274676" y="151326"/>
            <a:ext cx="5941951" cy="6087450"/>
            <a:chOff x="2024024" y="100526"/>
            <a:chExt cx="5941951" cy="6087450"/>
          </a:xfrm>
        </p:grpSpPr>
        <p:grpSp>
          <p:nvGrpSpPr>
            <p:cNvPr id="146" name="组合 145">
              <a:extLst>
                <a:ext uri="{FF2B5EF4-FFF2-40B4-BE49-F238E27FC236}">
                  <a16:creationId xmlns:a16="http://schemas.microsoft.com/office/drawing/2014/main" id="{5D93C950-5DFE-4715-A9BA-1EE08608681D}"/>
                </a:ext>
              </a:extLst>
            </p:cNvPr>
            <p:cNvGrpSpPr/>
            <p:nvPr/>
          </p:nvGrpSpPr>
          <p:grpSpPr>
            <a:xfrm>
              <a:off x="2047259" y="100526"/>
              <a:ext cx="5821259" cy="6087450"/>
              <a:chOff x="2047259" y="100526"/>
              <a:chExt cx="5821259" cy="6087450"/>
            </a:xfrm>
          </p:grpSpPr>
          <p:cxnSp>
            <p:nvCxnSpPr>
              <p:cNvPr id="252" name="直接连接符 251">
                <a:extLst>
                  <a:ext uri="{FF2B5EF4-FFF2-40B4-BE49-F238E27FC236}">
                    <a16:creationId xmlns:a16="http://schemas.microsoft.com/office/drawing/2014/main" id="{761EE914-0159-486E-8F4A-98754AC488A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047259" y="100526"/>
                <a:ext cx="3960000" cy="3960000"/>
              </a:xfrm>
              <a:prstGeom prst="line">
                <a:avLst/>
              </a:prstGeom>
              <a:ln w="12700">
                <a:solidFill>
                  <a:srgbClr val="D74514"/>
                </a:solidFill>
                <a:headEnd type="triangle" w="lg" len="lg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3" name="直接连接符 252">
                <a:extLst>
                  <a:ext uri="{FF2B5EF4-FFF2-40B4-BE49-F238E27FC236}">
                    <a16:creationId xmlns:a16="http://schemas.microsoft.com/office/drawing/2014/main" id="{C1DEA195-4942-420B-8AF5-CCA4F3BF6EE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908518" y="2227976"/>
                <a:ext cx="3960000" cy="3960000"/>
              </a:xfrm>
              <a:prstGeom prst="line">
                <a:avLst/>
              </a:prstGeom>
              <a:ln w="12700">
                <a:solidFill>
                  <a:srgbClr val="D74514"/>
                </a:solidFill>
                <a:headEnd type="triangle" w="lg" len="lg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5" name="文本框 254">
                <a:extLst>
                  <a:ext uri="{FF2B5EF4-FFF2-40B4-BE49-F238E27FC236}">
                    <a16:creationId xmlns:a16="http://schemas.microsoft.com/office/drawing/2014/main" id="{CC491CF9-B412-4AE3-B515-EE093C0EFF54}"/>
                  </a:ext>
                </a:extLst>
              </p:cNvPr>
              <p:cNvSpPr txBox="1"/>
              <p:nvPr/>
            </p:nvSpPr>
            <p:spPr>
              <a:xfrm>
                <a:off x="6034271" y="163989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k</a:t>
                </a:r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256" name="文本框 255">
                <a:extLst>
                  <a:ext uri="{FF2B5EF4-FFF2-40B4-BE49-F238E27FC236}">
                    <a16:creationId xmlns:a16="http://schemas.microsoft.com/office/drawing/2014/main" id="{42770021-FE34-4E11-8507-41EED46F1F73}"/>
                  </a:ext>
                </a:extLst>
              </p:cNvPr>
              <p:cNvSpPr txBox="1"/>
              <p:nvPr/>
            </p:nvSpPr>
            <p:spPr>
              <a:xfrm>
                <a:off x="2049869" y="4038520"/>
                <a:ext cx="521794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-k</a:t>
                </a:r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257" name="文本框 256">
                <a:extLst>
                  <a:ext uri="{FF2B5EF4-FFF2-40B4-BE49-F238E27FC236}">
                    <a16:creationId xmlns:a16="http://schemas.microsoft.com/office/drawing/2014/main" id="{47F4F6BD-3546-4025-A83E-465A2DA37E2E}"/>
                  </a:ext>
                </a:extLst>
              </p:cNvPr>
              <p:cNvSpPr txBox="1"/>
              <p:nvPr/>
            </p:nvSpPr>
            <p:spPr>
              <a:xfrm>
                <a:off x="7221624" y="5816909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D</a:t>
                </a:r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</p:grpSp>
        <p:grpSp>
          <p:nvGrpSpPr>
            <p:cNvPr id="254" name="组合 253">
              <a:extLst>
                <a:ext uri="{FF2B5EF4-FFF2-40B4-BE49-F238E27FC236}">
                  <a16:creationId xmlns:a16="http://schemas.microsoft.com/office/drawing/2014/main" id="{8ECDDF6F-1F1C-4C6E-99A5-3DA6EDBC9D75}"/>
                </a:ext>
              </a:extLst>
            </p:cNvPr>
            <p:cNvGrpSpPr/>
            <p:nvPr/>
          </p:nvGrpSpPr>
          <p:grpSpPr>
            <a:xfrm>
              <a:off x="2310770" y="363835"/>
              <a:ext cx="5284195" cy="5030833"/>
              <a:chOff x="2310770" y="363835"/>
              <a:chExt cx="5284195" cy="5030833"/>
            </a:xfrm>
          </p:grpSpPr>
          <p:cxnSp>
            <p:nvCxnSpPr>
              <p:cNvPr id="259" name="直接连接符 258">
                <a:extLst>
                  <a:ext uri="{FF2B5EF4-FFF2-40B4-BE49-F238E27FC236}">
                    <a16:creationId xmlns:a16="http://schemas.microsoft.com/office/drawing/2014/main" id="{DAC8BDEB-FF85-49F0-B332-851E6E51B82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634210" y="2476625"/>
                <a:ext cx="2898984" cy="2897070"/>
              </a:xfrm>
              <a:prstGeom prst="line">
                <a:avLst/>
              </a:prstGeom>
              <a:ln w="12700">
                <a:solidFill>
                  <a:srgbClr val="D74514"/>
                </a:solidFill>
                <a:prstDash val="dash"/>
                <a:headEnd type="none" w="lg" len="lg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0" name="直接连接符 259">
                <a:extLst>
                  <a:ext uri="{FF2B5EF4-FFF2-40B4-BE49-F238E27FC236}">
                    <a16:creationId xmlns:a16="http://schemas.microsoft.com/office/drawing/2014/main" id="{6873E011-70A1-4A79-8F57-8B50A0AFC7C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393236" y="2753914"/>
                <a:ext cx="2614025" cy="2619781"/>
              </a:xfrm>
              <a:prstGeom prst="line">
                <a:avLst/>
              </a:prstGeom>
              <a:ln w="12700">
                <a:solidFill>
                  <a:srgbClr val="D74514"/>
                </a:solidFill>
                <a:prstDash val="dash"/>
                <a:headEnd type="none" w="lg" len="lg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1" name="直接连接符 260">
                <a:extLst>
                  <a:ext uri="{FF2B5EF4-FFF2-40B4-BE49-F238E27FC236}">
                    <a16:creationId xmlns:a16="http://schemas.microsoft.com/office/drawing/2014/main" id="{4023AE35-6557-4E51-8745-598574ED751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118949" y="3000782"/>
                <a:ext cx="2375034" cy="2372913"/>
              </a:xfrm>
              <a:prstGeom prst="line">
                <a:avLst/>
              </a:prstGeom>
              <a:ln w="12700">
                <a:solidFill>
                  <a:srgbClr val="D74514"/>
                </a:solidFill>
                <a:prstDash val="dash"/>
                <a:headEnd type="none" w="lg" len="lg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2" name="直接连接符 261">
                <a:extLst>
                  <a:ext uri="{FF2B5EF4-FFF2-40B4-BE49-F238E27FC236}">
                    <a16:creationId xmlns:a16="http://schemas.microsoft.com/office/drawing/2014/main" id="{A245EC8B-E129-4B9F-859C-D231F642D53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858926" y="3278721"/>
                <a:ext cx="2109122" cy="2115947"/>
              </a:xfrm>
              <a:prstGeom prst="line">
                <a:avLst/>
              </a:prstGeom>
              <a:ln w="12700">
                <a:solidFill>
                  <a:srgbClr val="D74514"/>
                </a:solidFill>
                <a:prstDash val="dash"/>
                <a:headEnd type="none" w="lg" len="lg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7" name="直接连接符 266">
                <a:extLst>
                  <a:ext uri="{FF2B5EF4-FFF2-40B4-BE49-F238E27FC236}">
                    <a16:creationId xmlns:a16="http://schemas.microsoft.com/office/drawing/2014/main" id="{88C6D7CB-959C-4818-9FAA-A49E9949F63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609381" y="3534545"/>
                <a:ext cx="1837726" cy="1848961"/>
              </a:xfrm>
              <a:prstGeom prst="line">
                <a:avLst/>
              </a:prstGeom>
              <a:ln w="12700">
                <a:solidFill>
                  <a:srgbClr val="D74514"/>
                </a:solidFill>
                <a:prstDash val="dash"/>
                <a:headEnd type="none" w="lg" len="lg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9" name="直接连接符 268">
                <a:extLst>
                  <a:ext uri="{FF2B5EF4-FFF2-40B4-BE49-F238E27FC236}">
                    <a16:creationId xmlns:a16="http://schemas.microsoft.com/office/drawing/2014/main" id="{DD99C446-97B3-42C7-9540-EF516A19B2F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10770" y="3753175"/>
                <a:ext cx="1610265" cy="1641493"/>
              </a:xfrm>
              <a:prstGeom prst="line">
                <a:avLst/>
              </a:prstGeom>
              <a:ln w="12700">
                <a:solidFill>
                  <a:srgbClr val="D74514"/>
                </a:solidFill>
                <a:prstDash val="dash"/>
                <a:headEnd type="none" w="lg" len="lg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1" name="直接连接符 270">
                <a:extLst>
                  <a:ext uri="{FF2B5EF4-FFF2-40B4-BE49-F238E27FC236}">
                    <a16:creationId xmlns:a16="http://schemas.microsoft.com/office/drawing/2014/main" id="{306112A6-3F97-49DB-ACA5-5F0909E7EDA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160145" y="1947041"/>
                <a:ext cx="3434065" cy="3447627"/>
              </a:xfrm>
              <a:prstGeom prst="line">
                <a:avLst/>
              </a:prstGeom>
              <a:ln w="12700">
                <a:solidFill>
                  <a:srgbClr val="D74514"/>
                </a:solidFill>
                <a:prstDash val="dash"/>
                <a:headEnd type="none" w="lg" len="lg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3" name="直接连接符 272">
                <a:extLst>
                  <a:ext uri="{FF2B5EF4-FFF2-40B4-BE49-F238E27FC236}">
                    <a16:creationId xmlns:a16="http://schemas.microsoft.com/office/drawing/2014/main" id="{683D04E8-C06F-474C-9F0A-F98791720D0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405837" y="1682821"/>
                <a:ext cx="3182910" cy="3173100"/>
              </a:xfrm>
              <a:prstGeom prst="line">
                <a:avLst/>
              </a:prstGeom>
              <a:ln w="12700">
                <a:solidFill>
                  <a:srgbClr val="D74514"/>
                </a:solidFill>
                <a:prstDash val="dash"/>
                <a:headEnd type="none" w="lg" len="lg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5" name="直接连接符 274">
                <a:extLst>
                  <a:ext uri="{FF2B5EF4-FFF2-40B4-BE49-F238E27FC236}">
                    <a16:creationId xmlns:a16="http://schemas.microsoft.com/office/drawing/2014/main" id="{FDB62B08-18EF-4170-B56F-A9C66593BC5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695981" y="1432914"/>
                <a:ext cx="2898984" cy="2897070"/>
              </a:xfrm>
              <a:prstGeom prst="line">
                <a:avLst/>
              </a:prstGeom>
              <a:ln w="12700">
                <a:solidFill>
                  <a:srgbClr val="D74514"/>
                </a:solidFill>
                <a:prstDash val="dash"/>
                <a:headEnd type="none" w="lg" len="lg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6" name="直接连接符 275">
                <a:extLst>
                  <a:ext uri="{FF2B5EF4-FFF2-40B4-BE49-F238E27FC236}">
                    <a16:creationId xmlns:a16="http://schemas.microsoft.com/office/drawing/2014/main" id="{1CD4F5F2-5295-4607-A8EA-7E5A7189E81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972600" y="1184267"/>
                <a:ext cx="2614025" cy="2619781"/>
              </a:xfrm>
              <a:prstGeom prst="line">
                <a:avLst/>
              </a:prstGeom>
              <a:ln w="12700">
                <a:solidFill>
                  <a:srgbClr val="D74514"/>
                </a:solidFill>
                <a:prstDash val="dash"/>
                <a:headEnd type="none" w="lg" len="lg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9" name="直接连接符 278">
                <a:extLst>
                  <a:ext uri="{FF2B5EF4-FFF2-40B4-BE49-F238E27FC236}">
                    <a16:creationId xmlns:a16="http://schemas.microsoft.com/office/drawing/2014/main" id="{FCFEB9EE-5EA2-4AC1-89C8-264670798A0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212245" y="896283"/>
                <a:ext cx="2375034" cy="2372913"/>
              </a:xfrm>
              <a:prstGeom prst="line">
                <a:avLst/>
              </a:prstGeom>
              <a:ln w="12700">
                <a:solidFill>
                  <a:srgbClr val="D74514"/>
                </a:solidFill>
                <a:prstDash val="dash"/>
                <a:headEnd type="none" w="lg" len="lg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0" name="直接连接符 279">
                <a:extLst>
                  <a:ext uri="{FF2B5EF4-FFF2-40B4-BE49-F238E27FC236}">
                    <a16:creationId xmlns:a16="http://schemas.microsoft.com/office/drawing/2014/main" id="{17213768-D322-4786-8DAB-E8441245161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475942" y="635033"/>
                <a:ext cx="2109122" cy="2115947"/>
              </a:xfrm>
              <a:prstGeom prst="line">
                <a:avLst/>
              </a:prstGeom>
              <a:ln w="12700">
                <a:solidFill>
                  <a:srgbClr val="D74514"/>
                </a:solidFill>
                <a:prstDash val="dash"/>
                <a:headEnd type="none" w="lg" len="lg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2" name="直接连接符 281">
                <a:extLst>
                  <a:ext uri="{FF2B5EF4-FFF2-40B4-BE49-F238E27FC236}">
                    <a16:creationId xmlns:a16="http://schemas.microsoft.com/office/drawing/2014/main" id="{AE07CC2C-AF96-4191-B757-DA0F75AA672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745630" y="363835"/>
                <a:ext cx="1837726" cy="1848961"/>
              </a:xfrm>
              <a:prstGeom prst="line">
                <a:avLst/>
              </a:prstGeom>
              <a:ln w="12700">
                <a:solidFill>
                  <a:srgbClr val="D74514"/>
                </a:solidFill>
                <a:prstDash val="dash"/>
                <a:headEnd type="none" w="lg" len="lg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4" name="矩形 93">
              <a:extLst>
                <a:ext uri="{FF2B5EF4-FFF2-40B4-BE49-F238E27FC236}">
                  <a16:creationId xmlns:a16="http://schemas.microsoft.com/office/drawing/2014/main" id="{986FEA50-B627-4AB9-A51E-C4715B8124DD}"/>
                </a:ext>
              </a:extLst>
            </p:cNvPr>
            <p:cNvSpPr/>
            <p:nvPr/>
          </p:nvSpPr>
          <p:spPr>
            <a:xfrm>
              <a:off x="3908522" y="2227985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95" name="矩形 94">
              <a:extLst>
                <a:ext uri="{FF2B5EF4-FFF2-40B4-BE49-F238E27FC236}">
                  <a16:creationId xmlns:a16="http://schemas.microsoft.com/office/drawing/2014/main" id="{8985EE7D-FA32-49B6-9E0E-13D380BE8B0A}"/>
                </a:ext>
              </a:extLst>
            </p:cNvPr>
            <p:cNvSpPr/>
            <p:nvPr/>
          </p:nvSpPr>
          <p:spPr>
            <a:xfrm>
              <a:off x="4434457" y="2227984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96" name="矩形 95">
              <a:extLst>
                <a:ext uri="{FF2B5EF4-FFF2-40B4-BE49-F238E27FC236}">
                  <a16:creationId xmlns:a16="http://schemas.microsoft.com/office/drawing/2014/main" id="{D7953C66-10B8-482E-94DE-E41F79CCADD6}"/>
                </a:ext>
              </a:extLst>
            </p:cNvPr>
            <p:cNvSpPr/>
            <p:nvPr/>
          </p:nvSpPr>
          <p:spPr>
            <a:xfrm>
              <a:off x="4960392" y="2227984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97" name="矩形 96">
              <a:extLst>
                <a:ext uri="{FF2B5EF4-FFF2-40B4-BE49-F238E27FC236}">
                  <a16:creationId xmlns:a16="http://schemas.microsoft.com/office/drawing/2014/main" id="{E2046CC6-ACA7-46F5-BAE2-0FF2FE896CD0}"/>
                </a:ext>
              </a:extLst>
            </p:cNvPr>
            <p:cNvSpPr/>
            <p:nvPr/>
          </p:nvSpPr>
          <p:spPr>
            <a:xfrm>
              <a:off x="5486327" y="2227985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98" name="矩形 97">
              <a:extLst>
                <a:ext uri="{FF2B5EF4-FFF2-40B4-BE49-F238E27FC236}">
                  <a16:creationId xmlns:a16="http://schemas.microsoft.com/office/drawing/2014/main" id="{B3DC1DD4-BBA3-483A-A4C6-519762DA151B}"/>
                </a:ext>
              </a:extLst>
            </p:cNvPr>
            <p:cNvSpPr/>
            <p:nvPr/>
          </p:nvSpPr>
          <p:spPr>
            <a:xfrm>
              <a:off x="6012262" y="2227984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99" name="矩形 98">
              <a:extLst>
                <a:ext uri="{FF2B5EF4-FFF2-40B4-BE49-F238E27FC236}">
                  <a16:creationId xmlns:a16="http://schemas.microsoft.com/office/drawing/2014/main" id="{DAA31466-F372-4342-94D4-4E5941D061EF}"/>
                </a:ext>
              </a:extLst>
            </p:cNvPr>
            <p:cNvSpPr/>
            <p:nvPr/>
          </p:nvSpPr>
          <p:spPr>
            <a:xfrm>
              <a:off x="6538197" y="2227984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100" name="矩形 99">
              <a:extLst>
                <a:ext uri="{FF2B5EF4-FFF2-40B4-BE49-F238E27FC236}">
                  <a16:creationId xmlns:a16="http://schemas.microsoft.com/office/drawing/2014/main" id="{A716F3A6-35F0-488E-91DA-4153A981771B}"/>
                </a:ext>
              </a:extLst>
            </p:cNvPr>
            <p:cNvSpPr/>
            <p:nvPr/>
          </p:nvSpPr>
          <p:spPr>
            <a:xfrm>
              <a:off x="7064132" y="2227983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101" name="矩形 100">
              <a:extLst>
                <a:ext uri="{FF2B5EF4-FFF2-40B4-BE49-F238E27FC236}">
                  <a16:creationId xmlns:a16="http://schemas.microsoft.com/office/drawing/2014/main" id="{272F8315-0A70-41B9-A1E5-E3A39D46D798}"/>
                </a:ext>
              </a:extLst>
            </p:cNvPr>
            <p:cNvSpPr/>
            <p:nvPr/>
          </p:nvSpPr>
          <p:spPr>
            <a:xfrm>
              <a:off x="3908522" y="2753920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102" name="矩形 101">
              <a:extLst>
                <a:ext uri="{FF2B5EF4-FFF2-40B4-BE49-F238E27FC236}">
                  <a16:creationId xmlns:a16="http://schemas.microsoft.com/office/drawing/2014/main" id="{95A1804A-7DF4-4769-A743-EE7541589FCE}"/>
                </a:ext>
              </a:extLst>
            </p:cNvPr>
            <p:cNvSpPr/>
            <p:nvPr/>
          </p:nvSpPr>
          <p:spPr>
            <a:xfrm>
              <a:off x="4434457" y="2753919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103" name="矩形 102">
              <a:extLst>
                <a:ext uri="{FF2B5EF4-FFF2-40B4-BE49-F238E27FC236}">
                  <a16:creationId xmlns:a16="http://schemas.microsoft.com/office/drawing/2014/main" id="{2334899D-B7AB-4855-B267-DA7EA0D89A9D}"/>
                </a:ext>
              </a:extLst>
            </p:cNvPr>
            <p:cNvSpPr/>
            <p:nvPr/>
          </p:nvSpPr>
          <p:spPr>
            <a:xfrm>
              <a:off x="4960392" y="2753919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104" name="矩形 103">
              <a:extLst>
                <a:ext uri="{FF2B5EF4-FFF2-40B4-BE49-F238E27FC236}">
                  <a16:creationId xmlns:a16="http://schemas.microsoft.com/office/drawing/2014/main" id="{2D89DC33-3858-411D-9669-E935F877733D}"/>
                </a:ext>
              </a:extLst>
            </p:cNvPr>
            <p:cNvSpPr/>
            <p:nvPr/>
          </p:nvSpPr>
          <p:spPr>
            <a:xfrm>
              <a:off x="5486327" y="2753920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105" name="矩形 104">
              <a:extLst>
                <a:ext uri="{FF2B5EF4-FFF2-40B4-BE49-F238E27FC236}">
                  <a16:creationId xmlns:a16="http://schemas.microsoft.com/office/drawing/2014/main" id="{1BEFEF60-F28E-4B5E-877A-BBBA04F5FC4A}"/>
                </a:ext>
              </a:extLst>
            </p:cNvPr>
            <p:cNvSpPr/>
            <p:nvPr/>
          </p:nvSpPr>
          <p:spPr>
            <a:xfrm>
              <a:off x="6012262" y="2753919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106" name="矩形 105">
              <a:extLst>
                <a:ext uri="{FF2B5EF4-FFF2-40B4-BE49-F238E27FC236}">
                  <a16:creationId xmlns:a16="http://schemas.microsoft.com/office/drawing/2014/main" id="{206EC83D-9050-41B1-940C-4FCF41BE86ED}"/>
                </a:ext>
              </a:extLst>
            </p:cNvPr>
            <p:cNvSpPr/>
            <p:nvPr/>
          </p:nvSpPr>
          <p:spPr>
            <a:xfrm>
              <a:off x="6538197" y="2753919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107" name="矩形 106">
              <a:extLst>
                <a:ext uri="{FF2B5EF4-FFF2-40B4-BE49-F238E27FC236}">
                  <a16:creationId xmlns:a16="http://schemas.microsoft.com/office/drawing/2014/main" id="{5CDE13CE-29F8-4653-B106-36A00F5E7F65}"/>
                </a:ext>
              </a:extLst>
            </p:cNvPr>
            <p:cNvSpPr/>
            <p:nvPr/>
          </p:nvSpPr>
          <p:spPr>
            <a:xfrm>
              <a:off x="7064132" y="2753918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108" name="矩形 107">
              <a:extLst>
                <a:ext uri="{FF2B5EF4-FFF2-40B4-BE49-F238E27FC236}">
                  <a16:creationId xmlns:a16="http://schemas.microsoft.com/office/drawing/2014/main" id="{33260BC2-ABCD-4013-8602-0C016CDCA706}"/>
                </a:ext>
              </a:extLst>
            </p:cNvPr>
            <p:cNvSpPr/>
            <p:nvPr/>
          </p:nvSpPr>
          <p:spPr>
            <a:xfrm>
              <a:off x="3908522" y="3279855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109" name="矩形 108">
              <a:extLst>
                <a:ext uri="{FF2B5EF4-FFF2-40B4-BE49-F238E27FC236}">
                  <a16:creationId xmlns:a16="http://schemas.microsoft.com/office/drawing/2014/main" id="{A8351DDE-3629-489B-BE98-FEC062E2D4A7}"/>
                </a:ext>
              </a:extLst>
            </p:cNvPr>
            <p:cNvSpPr/>
            <p:nvPr/>
          </p:nvSpPr>
          <p:spPr>
            <a:xfrm>
              <a:off x="4434457" y="3279854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110" name="矩形 109">
              <a:extLst>
                <a:ext uri="{FF2B5EF4-FFF2-40B4-BE49-F238E27FC236}">
                  <a16:creationId xmlns:a16="http://schemas.microsoft.com/office/drawing/2014/main" id="{605CE1E6-9B0C-4B7E-B534-B365AA7CD3E7}"/>
                </a:ext>
              </a:extLst>
            </p:cNvPr>
            <p:cNvSpPr/>
            <p:nvPr/>
          </p:nvSpPr>
          <p:spPr>
            <a:xfrm>
              <a:off x="4960392" y="3279854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111" name="矩形 110">
              <a:extLst>
                <a:ext uri="{FF2B5EF4-FFF2-40B4-BE49-F238E27FC236}">
                  <a16:creationId xmlns:a16="http://schemas.microsoft.com/office/drawing/2014/main" id="{3ACCB795-8415-4B12-982F-721BAD8283CB}"/>
                </a:ext>
              </a:extLst>
            </p:cNvPr>
            <p:cNvSpPr/>
            <p:nvPr/>
          </p:nvSpPr>
          <p:spPr>
            <a:xfrm>
              <a:off x="5486327" y="3279855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112" name="矩形 111">
              <a:extLst>
                <a:ext uri="{FF2B5EF4-FFF2-40B4-BE49-F238E27FC236}">
                  <a16:creationId xmlns:a16="http://schemas.microsoft.com/office/drawing/2014/main" id="{54C34440-D4BF-4384-88B0-DCB6192D8B28}"/>
                </a:ext>
              </a:extLst>
            </p:cNvPr>
            <p:cNvSpPr/>
            <p:nvPr/>
          </p:nvSpPr>
          <p:spPr>
            <a:xfrm>
              <a:off x="6012262" y="3279854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113" name="矩形 112">
              <a:extLst>
                <a:ext uri="{FF2B5EF4-FFF2-40B4-BE49-F238E27FC236}">
                  <a16:creationId xmlns:a16="http://schemas.microsoft.com/office/drawing/2014/main" id="{F9B3FEAD-0620-41A4-9076-576B155D4281}"/>
                </a:ext>
              </a:extLst>
            </p:cNvPr>
            <p:cNvSpPr/>
            <p:nvPr/>
          </p:nvSpPr>
          <p:spPr>
            <a:xfrm>
              <a:off x="6538197" y="3279854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114" name="矩形 113">
              <a:extLst>
                <a:ext uri="{FF2B5EF4-FFF2-40B4-BE49-F238E27FC236}">
                  <a16:creationId xmlns:a16="http://schemas.microsoft.com/office/drawing/2014/main" id="{C013B66F-621E-4508-BDEF-2644502292F7}"/>
                </a:ext>
              </a:extLst>
            </p:cNvPr>
            <p:cNvSpPr/>
            <p:nvPr/>
          </p:nvSpPr>
          <p:spPr>
            <a:xfrm>
              <a:off x="7064132" y="3279853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115" name="矩形 114">
              <a:extLst>
                <a:ext uri="{FF2B5EF4-FFF2-40B4-BE49-F238E27FC236}">
                  <a16:creationId xmlns:a16="http://schemas.microsoft.com/office/drawing/2014/main" id="{8D80A692-86CE-4A71-9A35-379A6D38993A}"/>
                </a:ext>
              </a:extLst>
            </p:cNvPr>
            <p:cNvSpPr/>
            <p:nvPr/>
          </p:nvSpPr>
          <p:spPr>
            <a:xfrm>
              <a:off x="3908522" y="3805789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116" name="矩形 115">
              <a:extLst>
                <a:ext uri="{FF2B5EF4-FFF2-40B4-BE49-F238E27FC236}">
                  <a16:creationId xmlns:a16="http://schemas.microsoft.com/office/drawing/2014/main" id="{B6252A3A-EADE-46BA-9695-FA18484629C8}"/>
                </a:ext>
              </a:extLst>
            </p:cNvPr>
            <p:cNvSpPr/>
            <p:nvPr/>
          </p:nvSpPr>
          <p:spPr>
            <a:xfrm>
              <a:off x="4434457" y="3805788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117" name="矩形 116">
              <a:extLst>
                <a:ext uri="{FF2B5EF4-FFF2-40B4-BE49-F238E27FC236}">
                  <a16:creationId xmlns:a16="http://schemas.microsoft.com/office/drawing/2014/main" id="{3662BCF0-8A68-4CB9-8261-50EE902528BC}"/>
                </a:ext>
              </a:extLst>
            </p:cNvPr>
            <p:cNvSpPr/>
            <p:nvPr/>
          </p:nvSpPr>
          <p:spPr>
            <a:xfrm>
              <a:off x="4960392" y="3805788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118" name="矩形 117">
              <a:extLst>
                <a:ext uri="{FF2B5EF4-FFF2-40B4-BE49-F238E27FC236}">
                  <a16:creationId xmlns:a16="http://schemas.microsoft.com/office/drawing/2014/main" id="{C2776208-1FED-4831-8BE6-A9FEB94298F2}"/>
                </a:ext>
              </a:extLst>
            </p:cNvPr>
            <p:cNvSpPr/>
            <p:nvPr/>
          </p:nvSpPr>
          <p:spPr>
            <a:xfrm>
              <a:off x="5486327" y="3805789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119" name="矩形 118">
              <a:extLst>
                <a:ext uri="{FF2B5EF4-FFF2-40B4-BE49-F238E27FC236}">
                  <a16:creationId xmlns:a16="http://schemas.microsoft.com/office/drawing/2014/main" id="{BB7CB991-0527-4651-978A-F914E2B451C5}"/>
                </a:ext>
              </a:extLst>
            </p:cNvPr>
            <p:cNvSpPr/>
            <p:nvPr/>
          </p:nvSpPr>
          <p:spPr>
            <a:xfrm>
              <a:off x="6012262" y="3805788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120" name="矩形 119">
              <a:extLst>
                <a:ext uri="{FF2B5EF4-FFF2-40B4-BE49-F238E27FC236}">
                  <a16:creationId xmlns:a16="http://schemas.microsoft.com/office/drawing/2014/main" id="{3EBF4A80-C98A-43AF-ACD6-122625327F82}"/>
                </a:ext>
              </a:extLst>
            </p:cNvPr>
            <p:cNvSpPr/>
            <p:nvPr/>
          </p:nvSpPr>
          <p:spPr>
            <a:xfrm>
              <a:off x="6538197" y="3805788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121" name="矩形 120">
              <a:extLst>
                <a:ext uri="{FF2B5EF4-FFF2-40B4-BE49-F238E27FC236}">
                  <a16:creationId xmlns:a16="http://schemas.microsoft.com/office/drawing/2014/main" id="{DA800838-62F7-498A-BA06-2088D7D1875B}"/>
                </a:ext>
              </a:extLst>
            </p:cNvPr>
            <p:cNvSpPr/>
            <p:nvPr/>
          </p:nvSpPr>
          <p:spPr>
            <a:xfrm>
              <a:off x="7064132" y="3805787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122" name="矩形 121">
              <a:extLst>
                <a:ext uri="{FF2B5EF4-FFF2-40B4-BE49-F238E27FC236}">
                  <a16:creationId xmlns:a16="http://schemas.microsoft.com/office/drawing/2014/main" id="{92F13E29-4FE2-428D-9A31-FB456F970958}"/>
                </a:ext>
              </a:extLst>
            </p:cNvPr>
            <p:cNvSpPr/>
            <p:nvPr/>
          </p:nvSpPr>
          <p:spPr>
            <a:xfrm>
              <a:off x="3908522" y="4331724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123" name="矩形 122">
              <a:extLst>
                <a:ext uri="{FF2B5EF4-FFF2-40B4-BE49-F238E27FC236}">
                  <a16:creationId xmlns:a16="http://schemas.microsoft.com/office/drawing/2014/main" id="{3C3F5C4F-0872-47EB-8F1D-06C2F76232AE}"/>
                </a:ext>
              </a:extLst>
            </p:cNvPr>
            <p:cNvSpPr/>
            <p:nvPr/>
          </p:nvSpPr>
          <p:spPr>
            <a:xfrm>
              <a:off x="4434457" y="4331723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124" name="矩形 123">
              <a:extLst>
                <a:ext uri="{FF2B5EF4-FFF2-40B4-BE49-F238E27FC236}">
                  <a16:creationId xmlns:a16="http://schemas.microsoft.com/office/drawing/2014/main" id="{D21883B3-E803-4C8B-891B-3BE5EDB870E9}"/>
                </a:ext>
              </a:extLst>
            </p:cNvPr>
            <p:cNvSpPr/>
            <p:nvPr/>
          </p:nvSpPr>
          <p:spPr>
            <a:xfrm>
              <a:off x="4960392" y="4331723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125" name="矩形 124">
              <a:extLst>
                <a:ext uri="{FF2B5EF4-FFF2-40B4-BE49-F238E27FC236}">
                  <a16:creationId xmlns:a16="http://schemas.microsoft.com/office/drawing/2014/main" id="{D2C02E87-7BAD-4565-BDD5-3AE9B7C91618}"/>
                </a:ext>
              </a:extLst>
            </p:cNvPr>
            <p:cNvSpPr/>
            <p:nvPr/>
          </p:nvSpPr>
          <p:spPr>
            <a:xfrm>
              <a:off x="5486327" y="4331724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126" name="矩形 125">
              <a:extLst>
                <a:ext uri="{FF2B5EF4-FFF2-40B4-BE49-F238E27FC236}">
                  <a16:creationId xmlns:a16="http://schemas.microsoft.com/office/drawing/2014/main" id="{494730D4-24B2-48A5-8896-120A948E0C7D}"/>
                </a:ext>
              </a:extLst>
            </p:cNvPr>
            <p:cNvSpPr/>
            <p:nvPr/>
          </p:nvSpPr>
          <p:spPr>
            <a:xfrm>
              <a:off x="6012262" y="4331723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127" name="矩形 126">
              <a:extLst>
                <a:ext uri="{FF2B5EF4-FFF2-40B4-BE49-F238E27FC236}">
                  <a16:creationId xmlns:a16="http://schemas.microsoft.com/office/drawing/2014/main" id="{F06235F6-B99A-40E6-9BEC-65208FB7C1FB}"/>
                </a:ext>
              </a:extLst>
            </p:cNvPr>
            <p:cNvSpPr/>
            <p:nvPr/>
          </p:nvSpPr>
          <p:spPr>
            <a:xfrm>
              <a:off x="6538197" y="4331723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128" name="矩形 127">
              <a:extLst>
                <a:ext uri="{FF2B5EF4-FFF2-40B4-BE49-F238E27FC236}">
                  <a16:creationId xmlns:a16="http://schemas.microsoft.com/office/drawing/2014/main" id="{FFF7F284-727D-459E-8B5F-F497C185D799}"/>
                </a:ext>
              </a:extLst>
            </p:cNvPr>
            <p:cNvSpPr/>
            <p:nvPr/>
          </p:nvSpPr>
          <p:spPr>
            <a:xfrm>
              <a:off x="7064132" y="4331722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129" name="矩形 128">
              <a:extLst>
                <a:ext uri="{FF2B5EF4-FFF2-40B4-BE49-F238E27FC236}">
                  <a16:creationId xmlns:a16="http://schemas.microsoft.com/office/drawing/2014/main" id="{D4252289-4DA5-45CE-99BB-0C8324A3F507}"/>
                </a:ext>
              </a:extLst>
            </p:cNvPr>
            <p:cNvSpPr/>
            <p:nvPr/>
          </p:nvSpPr>
          <p:spPr>
            <a:xfrm>
              <a:off x="3908522" y="4857659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130" name="矩形 129">
              <a:extLst>
                <a:ext uri="{FF2B5EF4-FFF2-40B4-BE49-F238E27FC236}">
                  <a16:creationId xmlns:a16="http://schemas.microsoft.com/office/drawing/2014/main" id="{89AF9DBA-8F03-40A2-8FE3-847A532E1ADF}"/>
                </a:ext>
              </a:extLst>
            </p:cNvPr>
            <p:cNvSpPr/>
            <p:nvPr/>
          </p:nvSpPr>
          <p:spPr>
            <a:xfrm>
              <a:off x="4434457" y="4857658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131" name="矩形 130">
              <a:extLst>
                <a:ext uri="{FF2B5EF4-FFF2-40B4-BE49-F238E27FC236}">
                  <a16:creationId xmlns:a16="http://schemas.microsoft.com/office/drawing/2014/main" id="{83B810F3-60F5-4B3B-96DA-768578EC79C8}"/>
                </a:ext>
              </a:extLst>
            </p:cNvPr>
            <p:cNvSpPr/>
            <p:nvPr/>
          </p:nvSpPr>
          <p:spPr>
            <a:xfrm>
              <a:off x="4960392" y="4857658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132" name="矩形 131">
              <a:extLst>
                <a:ext uri="{FF2B5EF4-FFF2-40B4-BE49-F238E27FC236}">
                  <a16:creationId xmlns:a16="http://schemas.microsoft.com/office/drawing/2014/main" id="{FA9B9002-4214-4C1E-B295-05DA94B3DC93}"/>
                </a:ext>
              </a:extLst>
            </p:cNvPr>
            <p:cNvSpPr/>
            <p:nvPr/>
          </p:nvSpPr>
          <p:spPr>
            <a:xfrm>
              <a:off x="5486327" y="4857659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133" name="矩形 132">
              <a:extLst>
                <a:ext uri="{FF2B5EF4-FFF2-40B4-BE49-F238E27FC236}">
                  <a16:creationId xmlns:a16="http://schemas.microsoft.com/office/drawing/2014/main" id="{A2BD4616-FB42-4991-B58F-2D8F755E320D}"/>
                </a:ext>
              </a:extLst>
            </p:cNvPr>
            <p:cNvSpPr/>
            <p:nvPr/>
          </p:nvSpPr>
          <p:spPr>
            <a:xfrm>
              <a:off x="6012262" y="4857658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134" name="矩形 133">
              <a:extLst>
                <a:ext uri="{FF2B5EF4-FFF2-40B4-BE49-F238E27FC236}">
                  <a16:creationId xmlns:a16="http://schemas.microsoft.com/office/drawing/2014/main" id="{082D4E6E-69AB-4183-92E6-DB9047BFA1AF}"/>
                </a:ext>
              </a:extLst>
            </p:cNvPr>
            <p:cNvSpPr/>
            <p:nvPr/>
          </p:nvSpPr>
          <p:spPr>
            <a:xfrm>
              <a:off x="6538197" y="4857658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135" name="矩形 134">
              <a:extLst>
                <a:ext uri="{FF2B5EF4-FFF2-40B4-BE49-F238E27FC236}">
                  <a16:creationId xmlns:a16="http://schemas.microsoft.com/office/drawing/2014/main" id="{A721777B-68FB-4E92-9799-1B61A43E3A91}"/>
                </a:ext>
              </a:extLst>
            </p:cNvPr>
            <p:cNvSpPr/>
            <p:nvPr/>
          </p:nvSpPr>
          <p:spPr>
            <a:xfrm>
              <a:off x="7064132" y="4857657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cxnSp>
          <p:nvCxnSpPr>
            <p:cNvPr id="136" name="直接连接符 135">
              <a:extLst>
                <a:ext uri="{FF2B5EF4-FFF2-40B4-BE49-F238E27FC236}">
                  <a16:creationId xmlns:a16="http://schemas.microsoft.com/office/drawing/2014/main" id="{0C86DB33-6986-40EB-A0FC-1F8388639D87}"/>
                </a:ext>
              </a:extLst>
            </p:cNvPr>
            <p:cNvCxnSpPr>
              <a:cxnSpLocks/>
            </p:cNvCxnSpPr>
            <p:nvPr/>
          </p:nvCxnSpPr>
          <p:spPr>
            <a:xfrm>
              <a:off x="4960391" y="2227983"/>
              <a:ext cx="515551" cy="522997"/>
            </a:xfrm>
            <a:prstGeom prst="line">
              <a:avLst/>
            </a:prstGeom>
            <a:ln w="38100">
              <a:solidFill>
                <a:srgbClr val="D74514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直接连接符 136">
              <a:extLst>
                <a:ext uri="{FF2B5EF4-FFF2-40B4-BE49-F238E27FC236}">
                  <a16:creationId xmlns:a16="http://schemas.microsoft.com/office/drawing/2014/main" id="{F6104CDC-E365-4546-9146-35589539B36D}"/>
                </a:ext>
              </a:extLst>
            </p:cNvPr>
            <p:cNvCxnSpPr>
              <a:cxnSpLocks/>
            </p:cNvCxnSpPr>
            <p:nvPr/>
          </p:nvCxnSpPr>
          <p:spPr>
            <a:xfrm>
              <a:off x="4434455" y="2753916"/>
              <a:ext cx="525930" cy="521986"/>
            </a:xfrm>
            <a:prstGeom prst="line">
              <a:avLst/>
            </a:prstGeom>
            <a:ln w="38100">
              <a:solidFill>
                <a:srgbClr val="D74514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直接连接符 137">
              <a:extLst>
                <a:ext uri="{FF2B5EF4-FFF2-40B4-BE49-F238E27FC236}">
                  <a16:creationId xmlns:a16="http://schemas.microsoft.com/office/drawing/2014/main" id="{14234826-ECF6-456D-B670-42D9E4D407D9}"/>
                </a:ext>
              </a:extLst>
            </p:cNvPr>
            <p:cNvCxnSpPr>
              <a:cxnSpLocks/>
            </p:cNvCxnSpPr>
            <p:nvPr/>
          </p:nvCxnSpPr>
          <p:spPr>
            <a:xfrm>
              <a:off x="6012262" y="2753915"/>
              <a:ext cx="520932" cy="521987"/>
            </a:xfrm>
            <a:prstGeom prst="line">
              <a:avLst/>
            </a:prstGeom>
            <a:ln w="38100">
              <a:solidFill>
                <a:srgbClr val="D74514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直接连接符 138">
              <a:extLst>
                <a:ext uri="{FF2B5EF4-FFF2-40B4-BE49-F238E27FC236}">
                  <a16:creationId xmlns:a16="http://schemas.microsoft.com/office/drawing/2014/main" id="{6923E78F-D00B-49E0-8022-D012F6FFC8D9}"/>
                </a:ext>
              </a:extLst>
            </p:cNvPr>
            <p:cNvCxnSpPr>
              <a:cxnSpLocks/>
            </p:cNvCxnSpPr>
            <p:nvPr/>
          </p:nvCxnSpPr>
          <p:spPr>
            <a:xfrm>
              <a:off x="6533194" y="2750980"/>
              <a:ext cx="1056873" cy="1053068"/>
            </a:xfrm>
            <a:prstGeom prst="line">
              <a:avLst/>
            </a:prstGeom>
            <a:ln w="38100">
              <a:solidFill>
                <a:srgbClr val="D74514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直接连接符 139">
              <a:extLst>
                <a:ext uri="{FF2B5EF4-FFF2-40B4-BE49-F238E27FC236}">
                  <a16:creationId xmlns:a16="http://schemas.microsoft.com/office/drawing/2014/main" id="{86E9ED5F-EE1E-499F-ADB8-E06AAD081D2F}"/>
                </a:ext>
              </a:extLst>
            </p:cNvPr>
            <p:cNvCxnSpPr>
              <a:cxnSpLocks/>
            </p:cNvCxnSpPr>
            <p:nvPr/>
          </p:nvCxnSpPr>
          <p:spPr>
            <a:xfrm>
              <a:off x="3908519" y="3279856"/>
              <a:ext cx="1059529" cy="1050128"/>
            </a:xfrm>
            <a:prstGeom prst="line">
              <a:avLst/>
            </a:prstGeom>
            <a:ln w="38100">
              <a:solidFill>
                <a:srgbClr val="D74514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直接连接符 140">
              <a:extLst>
                <a:ext uri="{FF2B5EF4-FFF2-40B4-BE49-F238E27FC236}">
                  <a16:creationId xmlns:a16="http://schemas.microsoft.com/office/drawing/2014/main" id="{CFC8A694-990A-4288-A787-E80D840A1D37}"/>
                </a:ext>
              </a:extLst>
            </p:cNvPr>
            <p:cNvCxnSpPr>
              <a:cxnSpLocks/>
            </p:cNvCxnSpPr>
            <p:nvPr/>
          </p:nvCxnSpPr>
          <p:spPr>
            <a:xfrm>
              <a:off x="5486324" y="3279856"/>
              <a:ext cx="1046870" cy="1050128"/>
            </a:xfrm>
            <a:prstGeom prst="line">
              <a:avLst/>
            </a:prstGeom>
            <a:ln w="38100">
              <a:solidFill>
                <a:srgbClr val="D74514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直接连接符 141">
              <a:extLst>
                <a:ext uri="{FF2B5EF4-FFF2-40B4-BE49-F238E27FC236}">
                  <a16:creationId xmlns:a16="http://schemas.microsoft.com/office/drawing/2014/main" id="{65CB0A9D-BA85-41CE-8E3A-F725327D83F6}"/>
                </a:ext>
              </a:extLst>
            </p:cNvPr>
            <p:cNvCxnSpPr>
              <a:cxnSpLocks/>
            </p:cNvCxnSpPr>
            <p:nvPr/>
          </p:nvCxnSpPr>
          <p:spPr>
            <a:xfrm>
              <a:off x="6533194" y="3804048"/>
              <a:ext cx="1056873" cy="1051873"/>
            </a:xfrm>
            <a:prstGeom prst="line">
              <a:avLst/>
            </a:prstGeom>
            <a:ln w="38100">
              <a:solidFill>
                <a:srgbClr val="D74514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直接连接符 142">
              <a:extLst>
                <a:ext uri="{FF2B5EF4-FFF2-40B4-BE49-F238E27FC236}">
                  <a16:creationId xmlns:a16="http://schemas.microsoft.com/office/drawing/2014/main" id="{E96BBFEE-4B9D-427F-BAF6-3F1304736348}"/>
                </a:ext>
              </a:extLst>
            </p:cNvPr>
            <p:cNvCxnSpPr/>
            <p:nvPr/>
          </p:nvCxnSpPr>
          <p:spPr>
            <a:xfrm>
              <a:off x="3908517" y="4331722"/>
              <a:ext cx="525935" cy="525935"/>
            </a:xfrm>
            <a:prstGeom prst="line">
              <a:avLst/>
            </a:prstGeom>
            <a:ln w="38100">
              <a:solidFill>
                <a:srgbClr val="D74514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直接连接符 143">
              <a:extLst>
                <a:ext uri="{FF2B5EF4-FFF2-40B4-BE49-F238E27FC236}">
                  <a16:creationId xmlns:a16="http://schemas.microsoft.com/office/drawing/2014/main" id="{00F9AF85-12ED-4FC2-990E-2784D310ED98}"/>
                </a:ext>
              </a:extLst>
            </p:cNvPr>
            <p:cNvCxnSpPr>
              <a:cxnSpLocks/>
            </p:cNvCxnSpPr>
            <p:nvPr/>
          </p:nvCxnSpPr>
          <p:spPr>
            <a:xfrm>
              <a:off x="4960385" y="4857656"/>
              <a:ext cx="525934" cy="516039"/>
            </a:xfrm>
            <a:prstGeom prst="line">
              <a:avLst/>
            </a:prstGeom>
            <a:ln w="38100">
              <a:solidFill>
                <a:srgbClr val="D74514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直接连接符 144">
              <a:extLst>
                <a:ext uri="{FF2B5EF4-FFF2-40B4-BE49-F238E27FC236}">
                  <a16:creationId xmlns:a16="http://schemas.microsoft.com/office/drawing/2014/main" id="{5F6C914C-9CBC-40A9-A7D5-98A9E8257037}"/>
                </a:ext>
              </a:extLst>
            </p:cNvPr>
            <p:cNvCxnSpPr>
              <a:cxnSpLocks/>
            </p:cNvCxnSpPr>
            <p:nvPr/>
          </p:nvCxnSpPr>
          <p:spPr>
            <a:xfrm>
              <a:off x="5486319" y="4331719"/>
              <a:ext cx="520940" cy="524202"/>
            </a:xfrm>
            <a:prstGeom prst="line">
              <a:avLst/>
            </a:prstGeom>
            <a:ln w="38100">
              <a:solidFill>
                <a:srgbClr val="D74514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6" name="组合 175">
              <a:extLst>
                <a:ext uri="{FF2B5EF4-FFF2-40B4-BE49-F238E27FC236}">
                  <a16:creationId xmlns:a16="http://schemas.microsoft.com/office/drawing/2014/main" id="{E5641CDC-FE72-4C73-8B6B-776398046308}"/>
                </a:ext>
              </a:extLst>
            </p:cNvPr>
            <p:cNvGrpSpPr/>
            <p:nvPr/>
          </p:nvGrpSpPr>
          <p:grpSpPr>
            <a:xfrm>
              <a:off x="3758045" y="1794668"/>
              <a:ext cx="3981174" cy="369332"/>
              <a:chOff x="5729720" y="203993"/>
              <a:chExt cx="3981174" cy="369332"/>
            </a:xfrm>
          </p:grpSpPr>
          <p:sp>
            <p:nvSpPr>
              <p:cNvPr id="147" name="文本框 146">
                <a:extLst>
                  <a:ext uri="{FF2B5EF4-FFF2-40B4-BE49-F238E27FC236}">
                    <a16:creationId xmlns:a16="http://schemas.microsoft.com/office/drawing/2014/main" id="{424475C6-0F3E-4841-8CEE-D763D2E0FD37}"/>
                  </a:ext>
                </a:extLst>
              </p:cNvPr>
              <p:cNvSpPr txBox="1"/>
              <p:nvPr/>
            </p:nvSpPr>
            <p:spPr>
              <a:xfrm>
                <a:off x="5729720" y="203993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8CCB9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0</a:t>
                </a:r>
                <a:endParaRPr lang="zh-CN" altLang="en-US" dirty="0">
                  <a:solidFill>
                    <a:srgbClr val="F8CCB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48" name="文本框 147">
                <a:extLst>
                  <a:ext uri="{FF2B5EF4-FFF2-40B4-BE49-F238E27FC236}">
                    <a16:creationId xmlns:a16="http://schemas.microsoft.com/office/drawing/2014/main" id="{495AE866-8E76-476C-941A-7D26417C8404}"/>
                  </a:ext>
                </a:extLst>
              </p:cNvPr>
              <p:cNvSpPr txBox="1"/>
              <p:nvPr/>
            </p:nvSpPr>
            <p:spPr>
              <a:xfrm>
                <a:off x="6255655" y="203993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8CCB9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1</a:t>
                </a:r>
                <a:endParaRPr lang="zh-CN" altLang="en-US" dirty="0">
                  <a:solidFill>
                    <a:srgbClr val="F8CCB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49" name="文本框 148">
                <a:extLst>
                  <a:ext uri="{FF2B5EF4-FFF2-40B4-BE49-F238E27FC236}">
                    <a16:creationId xmlns:a16="http://schemas.microsoft.com/office/drawing/2014/main" id="{8B016742-212C-4DD5-8A1C-0345C41AA4B2}"/>
                  </a:ext>
                </a:extLst>
              </p:cNvPr>
              <p:cNvSpPr txBox="1"/>
              <p:nvPr/>
            </p:nvSpPr>
            <p:spPr>
              <a:xfrm>
                <a:off x="6781590" y="203993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8CCB9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2</a:t>
                </a:r>
                <a:endParaRPr lang="zh-CN" altLang="en-US" dirty="0">
                  <a:solidFill>
                    <a:srgbClr val="F8CCB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50" name="文本框 149">
                <a:extLst>
                  <a:ext uri="{FF2B5EF4-FFF2-40B4-BE49-F238E27FC236}">
                    <a16:creationId xmlns:a16="http://schemas.microsoft.com/office/drawing/2014/main" id="{1D389605-C299-47B3-A1FD-D9653B4EAF16}"/>
                  </a:ext>
                </a:extLst>
              </p:cNvPr>
              <p:cNvSpPr txBox="1"/>
              <p:nvPr/>
            </p:nvSpPr>
            <p:spPr>
              <a:xfrm>
                <a:off x="7307528" y="203993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8CCB9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3</a:t>
                </a:r>
                <a:endParaRPr lang="zh-CN" altLang="en-US" dirty="0">
                  <a:solidFill>
                    <a:srgbClr val="F8CCB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51" name="文本框 150">
                <a:extLst>
                  <a:ext uri="{FF2B5EF4-FFF2-40B4-BE49-F238E27FC236}">
                    <a16:creationId xmlns:a16="http://schemas.microsoft.com/office/drawing/2014/main" id="{2F5B78DD-177D-4765-8205-43881D0A0A9F}"/>
                  </a:ext>
                </a:extLst>
              </p:cNvPr>
              <p:cNvSpPr txBox="1"/>
              <p:nvPr/>
            </p:nvSpPr>
            <p:spPr>
              <a:xfrm>
                <a:off x="7833463" y="203993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8CCB9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4</a:t>
                </a:r>
                <a:endParaRPr lang="zh-CN" altLang="en-US" dirty="0">
                  <a:solidFill>
                    <a:srgbClr val="F8CCB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52" name="文本框 151">
                <a:extLst>
                  <a:ext uri="{FF2B5EF4-FFF2-40B4-BE49-F238E27FC236}">
                    <a16:creationId xmlns:a16="http://schemas.microsoft.com/office/drawing/2014/main" id="{385A5570-FA5D-4DFC-AE67-FCF87BF55CBE}"/>
                  </a:ext>
                </a:extLst>
              </p:cNvPr>
              <p:cNvSpPr txBox="1"/>
              <p:nvPr/>
            </p:nvSpPr>
            <p:spPr>
              <a:xfrm>
                <a:off x="8359398" y="203993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8CCB9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5</a:t>
                </a:r>
                <a:endParaRPr lang="zh-CN" altLang="en-US" dirty="0">
                  <a:solidFill>
                    <a:srgbClr val="F8CCB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53" name="文本框 152">
                <a:extLst>
                  <a:ext uri="{FF2B5EF4-FFF2-40B4-BE49-F238E27FC236}">
                    <a16:creationId xmlns:a16="http://schemas.microsoft.com/office/drawing/2014/main" id="{3CBE8B05-DADC-4930-8A01-7C46D910FE35}"/>
                  </a:ext>
                </a:extLst>
              </p:cNvPr>
              <p:cNvSpPr txBox="1"/>
              <p:nvPr/>
            </p:nvSpPr>
            <p:spPr>
              <a:xfrm>
                <a:off x="8884016" y="203993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8CCB9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6</a:t>
                </a:r>
                <a:endParaRPr lang="zh-CN" altLang="en-US" dirty="0">
                  <a:solidFill>
                    <a:srgbClr val="F8CCB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54" name="文本框 153">
                <a:extLst>
                  <a:ext uri="{FF2B5EF4-FFF2-40B4-BE49-F238E27FC236}">
                    <a16:creationId xmlns:a16="http://schemas.microsoft.com/office/drawing/2014/main" id="{B3DF8EC7-CB72-4197-BE7E-EEBF6856491C}"/>
                  </a:ext>
                </a:extLst>
              </p:cNvPr>
              <p:cNvSpPr txBox="1"/>
              <p:nvPr/>
            </p:nvSpPr>
            <p:spPr>
              <a:xfrm>
                <a:off x="9409951" y="203993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8CCB9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7</a:t>
                </a:r>
                <a:endParaRPr lang="zh-CN" altLang="en-US" dirty="0">
                  <a:solidFill>
                    <a:srgbClr val="F8CCB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</p:grpSp>
        <p:grpSp>
          <p:nvGrpSpPr>
            <p:cNvPr id="177" name="组合 176">
              <a:extLst>
                <a:ext uri="{FF2B5EF4-FFF2-40B4-BE49-F238E27FC236}">
                  <a16:creationId xmlns:a16="http://schemas.microsoft.com/office/drawing/2014/main" id="{9E838EE2-969B-41C6-9C86-60641330B95A}"/>
                </a:ext>
              </a:extLst>
            </p:cNvPr>
            <p:cNvGrpSpPr/>
            <p:nvPr/>
          </p:nvGrpSpPr>
          <p:grpSpPr>
            <a:xfrm>
              <a:off x="3533049" y="2043317"/>
              <a:ext cx="300944" cy="3524855"/>
              <a:chOff x="5504724" y="452642"/>
              <a:chExt cx="300944" cy="3524855"/>
            </a:xfrm>
          </p:grpSpPr>
          <p:sp>
            <p:nvSpPr>
              <p:cNvPr id="155" name="文本框 154">
                <a:extLst>
                  <a:ext uri="{FF2B5EF4-FFF2-40B4-BE49-F238E27FC236}">
                    <a16:creationId xmlns:a16="http://schemas.microsoft.com/office/drawing/2014/main" id="{957F2C52-88F8-457A-B853-F429C718CF69}"/>
                  </a:ext>
                </a:extLst>
              </p:cNvPr>
              <p:cNvSpPr txBox="1"/>
              <p:nvPr/>
            </p:nvSpPr>
            <p:spPr>
              <a:xfrm>
                <a:off x="5504725" y="452642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8CCB9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0</a:t>
                </a:r>
                <a:endParaRPr lang="zh-CN" altLang="en-US" dirty="0">
                  <a:solidFill>
                    <a:srgbClr val="F8CCB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56" name="文本框 155">
                <a:extLst>
                  <a:ext uri="{FF2B5EF4-FFF2-40B4-BE49-F238E27FC236}">
                    <a16:creationId xmlns:a16="http://schemas.microsoft.com/office/drawing/2014/main" id="{C8A12EA1-8108-4C52-8AB6-9F06E16DD86F}"/>
                  </a:ext>
                </a:extLst>
              </p:cNvPr>
              <p:cNvSpPr txBox="1"/>
              <p:nvPr/>
            </p:nvSpPr>
            <p:spPr>
              <a:xfrm>
                <a:off x="5504725" y="978573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8CCB9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1</a:t>
                </a:r>
                <a:endParaRPr lang="zh-CN" altLang="en-US" dirty="0">
                  <a:solidFill>
                    <a:srgbClr val="F8CCB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57" name="文本框 156">
                <a:extLst>
                  <a:ext uri="{FF2B5EF4-FFF2-40B4-BE49-F238E27FC236}">
                    <a16:creationId xmlns:a16="http://schemas.microsoft.com/office/drawing/2014/main" id="{F88B6614-3200-4E26-8569-9D9FDBEE73D2}"/>
                  </a:ext>
                </a:extLst>
              </p:cNvPr>
              <p:cNvSpPr txBox="1"/>
              <p:nvPr/>
            </p:nvSpPr>
            <p:spPr>
              <a:xfrm>
                <a:off x="5504725" y="1504504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8CCB9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2</a:t>
                </a:r>
                <a:endParaRPr lang="zh-CN" altLang="en-US" dirty="0">
                  <a:solidFill>
                    <a:srgbClr val="F8CCB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58" name="文本框 157">
                <a:extLst>
                  <a:ext uri="{FF2B5EF4-FFF2-40B4-BE49-F238E27FC236}">
                    <a16:creationId xmlns:a16="http://schemas.microsoft.com/office/drawing/2014/main" id="{66014761-0E79-4130-8830-DC9E89174C46}"/>
                  </a:ext>
                </a:extLst>
              </p:cNvPr>
              <p:cNvSpPr txBox="1"/>
              <p:nvPr/>
            </p:nvSpPr>
            <p:spPr>
              <a:xfrm>
                <a:off x="5504725" y="2030372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8CCB9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3</a:t>
                </a:r>
                <a:endParaRPr lang="zh-CN" altLang="en-US" dirty="0">
                  <a:solidFill>
                    <a:srgbClr val="F8CCB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59" name="文本框 158">
                <a:extLst>
                  <a:ext uri="{FF2B5EF4-FFF2-40B4-BE49-F238E27FC236}">
                    <a16:creationId xmlns:a16="http://schemas.microsoft.com/office/drawing/2014/main" id="{E8C3E625-93BF-48B6-A33E-86B79858044A}"/>
                  </a:ext>
                </a:extLst>
              </p:cNvPr>
              <p:cNvSpPr txBox="1"/>
              <p:nvPr/>
            </p:nvSpPr>
            <p:spPr>
              <a:xfrm>
                <a:off x="5504725" y="2556303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8CCB9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4</a:t>
                </a:r>
                <a:endParaRPr lang="zh-CN" altLang="en-US" dirty="0">
                  <a:solidFill>
                    <a:srgbClr val="F8CCB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60" name="文本框 159">
                <a:extLst>
                  <a:ext uri="{FF2B5EF4-FFF2-40B4-BE49-F238E27FC236}">
                    <a16:creationId xmlns:a16="http://schemas.microsoft.com/office/drawing/2014/main" id="{9457BB0F-C48C-41AF-BE5E-22D71EFD23D9}"/>
                  </a:ext>
                </a:extLst>
              </p:cNvPr>
              <p:cNvSpPr txBox="1"/>
              <p:nvPr/>
            </p:nvSpPr>
            <p:spPr>
              <a:xfrm>
                <a:off x="5504725" y="3082234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8CCB9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5</a:t>
                </a:r>
                <a:endParaRPr lang="zh-CN" altLang="en-US" dirty="0">
                  <a:solidFill>
                    <a:srgbClr val="F8CCB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61" name="文本框 160">
                <a:extLst>
                  <a:ext uri="{FF2B5EF4-FFF2-40B4-BE49-F238E27FC236}">
                    <a16:creationId xmlns:a16="http://schemas.microsoft.com/office/drawing/2014/main" id="{280B43A9-515B-4B77-8102-EBDF053561F5}"/>
                  </a:ext>
                </a:extLst>
              </p:cNvPr>
              <p:cNvSpPr txBox="1"/>
              <p:nvPr/>
            </p:nvSpPr>
            <p:spPr>
              <a:xfrm>
                <a:off x="5504724" y="3608165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8CCB9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6</a:t>
                </a:r>
                <a:endParaRPr lang="zh-CN" altLang="en-US" dirty="0">
                  <a:solidFill>
                    <a:srgbClr val="F8CCB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</p:grpSp>
        <p:grpSp>
          <p:nvGrpSpPr>
            <p:cNvPr id="162" name="组合 161">
              <a:extLst>
                <a:ext uri="{FF2B5EF4-FFF2-40B4-BE49-F238E27FC236}">
                  <a16:creationId xmlns:a16="http://schemas.microsoft.com/office/drawing/2014/main" id="{CE354ED4-EE4A-49E6-870C-126CFAE6A5CE}"/>
                </a:ext>
              </a:extLst>
            </p:cNvPr>
            <p:cNvGrpSpPr/>
            <p:nvPr/>
          </p:nvGrpSpPr>
          <p:grpSpPr>
            <a:xfrm>
              <a:off x="4021012" y="2306284"/>
              <a:ext cx="3944963" cy="3510625"/>
              <a:chOff x="3349410" y="2487422"/>
              <a:chExt cx="3944963" cy="3510625"/>
            </a:xfrm>
          </p:grpSpPr>
          <p:sp>
            <p:nvSpPr>
              <p:cNvPr id="163" name="文本框 162">
                <a:extLst>
                  <a:ext uri="{FF2B5EF4-FFF2-40B4-BE49-F238E27FC236}">
                    <a16:creationId xmlns:a16="http://schemas.microsoft.com/office/drawing/2014/main" id="{D38C4BB3-7874-4DEF-B628-5EFE8F63A65D}"/>
                  </a:ext>
                </a:extLst>
              </p:cNvPr>
              <p:cNvSpPr txBox="1"/>
              <p:nvPr/>
            </p:nvSpPr>
            <p:spPr>
              <a:xfrm>
                <a:off x="6988541" y="2487422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DEFE8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C</a:t>
                </a:r>
                <a:endParaRPr lang="zh-CN" altLang="en-US" dirty="0">
                  <a:solidFill>
                    <a:srgbClr val="FDEFE8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64" name="文本框 163">
                <a:extLst>
                  <a:ext uri="{FF2B5EF4-FFF2-40B4-BE49-F238E27FC236}">
                    <a16:creationId xmlns:a16="http://schemas.microsoft.com/office/drawing/2014/main" id="{ED55204F-34B2-461D-A60D-91EA62C36165}"/>
                  </a:ext>
                </a:extLst>
              </p:cNvPr>
              <p:cNvSpPr txBox="1"/>
              <p:nvPr/>
            </p:nvSpPr>
            <p:spPr>
              <a:xfrm>
                <a:off x="6988541" y="3013354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DEFE8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B</a:t>
                </a:r>
                <a:endParaRPr lang="zh-CN" altLang="en-US" dirty="0">
                  <a:solidFill>
                    <a:srgbClr val="FDEFE8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65" name="文本框 164">
                <a:extLst>
                  <a:ext uri="{FF2B5EF4-FFF2-40B4-BE49-F238E27FC236}">
                    <a16:creationId xmlns:a16="http://schemas.microsoft.com/office/drawing/2014/main" id="{57314B17-4635-455D-97F8-D5C5DBFF909C}"/>
                  </a:ext>
                </a:extLst>
              </p:cNvPr>
              <p:cNvSpPr txBox="1"/>
              <p:nvPr/>
            </p:nvSpPr>
            <p:spPr>
              <a:xfrm>
                <a:off x="6993430" y="3538566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DEFE8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A</a:t>
                </a:r>
                <a:endParaRPr lang="zh-CN" altLang="en-US" dirty="0">
                  <a:solidFill>
                    <a:srgbClr val="FDEFE8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66" name="文本框 165">
                <a:extLst>
                  <a:ext uri="{FF2B5EF4-FFF2-40B4-BE49-F238E27FC236}">
                    <a16:creationId xmlns:a16="http://schemas.microsoft.com/office/drawing/2014/main" id="{9C16FB2E-0783-4CE0-AD05-A4AC7D4AE56D}"/>
                  </a:ext>
                </a:extLst>
              </p:cNvPr>
              <p:cNvSpPr txBox="1"/>
              <p:nvPr/>
            </p:nvSpPr>
            <p:spPr>
              <a:xfrm>
                <a:off x="6988541" y="4063778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DEFE8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B</a:t>
                </a:r>
                <a:endParaRPr lang="zh-CN" altLang="en-US" dirty="0">
                  <a:solidFill>
                    <a:srgbClr val="FDEFE8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67" name="文本框 166">
                <a:extLst>
                  <a:ext uri="{FF2B5EF4-FFF2-40B4-BE49-F238E27FC236}">
                    <a16:creationId xmlns:a16="http://schemas.microsoft.com/office/drawing/2014/main" id="{306D1FE9-9CA5-4D5B-919A-7C5CF99C9B0C}"/>
                  </a:ext>
                </a:extLst>
              </p:cNvPr>
              <p:cNvSpPr txBox="1"/>
              <p:nvPr/>
            </p:nvSpPr>
            <p:spPr>
              <a:xfrm>
                <a:off x="6990052" y="4588990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DEFE8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A</a:t>
                </a:r>
                <a:endParaRPr lang="zh-CN" altLang="en-US" dirty="0">
                  <a:solidFill>
                    <a:srgbClr val="FDEFE8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68" name="文本框 167">
                <a:extLst>
                  <a:ext uri="{FF2B5EF4-FFF2-40B4-BE49-F238E27FC236}">
                    <a16:creationId xmlns:a16="http://schemas.microsoft.com/office/drawing/2014/main" id="{BC976022-CB54-4721-9A6D-019F24918E26}"/>
                  </a:ext>
                </a:extLst>
              </p:cNvPr>
              <p:cNvSpPr txBox="1"/>
              <p:nvPr/>
            </p:nvSpPr>
            <p:spPr>
              <a:xfrm>
                <a:off x="6988541" y="5114202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DEFE8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C</a:t>
                </a:r>
                <a:endParaRPr lang="zh-CN" altLang="en-US" dirty="0">
                  <a:solidFill>
                    <a:srgbClr val="FDEFE8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69" name="文本框 168">
                <a:extLst>
                  <a:ext uri="{FF2B5EF4-FFF2-40B4-BE49-F238E27FC236}">
                    <a16:creationId xmlns:a16="http://schemas.microsoft.com/office/drawing/2014/main" id="{E6D3DC56-E971-4679-B3D7-7945A27D13ED}"/>
                  </a:ext>
                </a:extLst>
              </p:cNvPr>
              <p:cNvSpPr txBox="1"/>
              <p:nvPr/>
            </p:nvSpPr>
            <p:spPr>
              <a:xfrm>
                <a:off x="3349410" y="5628715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DEFE8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A</a:t>
                </a:r>
                <a:endParaRPr lang="zh-CN" altLang="en-US" dirty="0">
                  <a:solidFill>
                    <a:srgbClr val="FDEFE8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70" name="文本框 169">
                <a:extLst>
                  <a:ext uri="{FF2B5EF4-FFF2-40B4-BE49-F238E27FC236}">
                    <a16:creationId xmlns:a16="http://schemas.microsoft.com/office/drawing/2014/main" id="{032683A4-DF03-4ED0-A35A-A13167A5C3B2}"/>
                  </a:ext>
                </a:extLst>
              </p:cNvPr>
              <p:cNvSpPr txBox="1"/>
              <p:nvPr/>
            </p:nvSpPr>
            <p:spPr>
              <a:xfrm>
                <a:off x="3870256" y="5628715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DEFE8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B</a:t>
                </a:r>
                <a:endParaRPr lang="zh-CN" altLang="en-US" dirty="0">
                  <a:solidFill>
                    <a:srgbClr val="FDEFE8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71" name="文本框 170">
                <a:extLst>
                  <a:ext uri="{FF2B5EF4-FFF2-40B4-BE49-F238E27FC236}">
                    <a16:creationId xmlns:a16="http://schemas.microsoft.com/office/drawing/2014/main" id="{62197063-70C5-4651-AB30-BDA864F976DA}"/>
                  </a:ext>
                </a:extLst>
              </p:cNvPr>
              <p:cNvSpPr txBox="1"/>
              <p:nvPr/>
            </p:nvSpPr>
            <p:spPr>
              <a:xfrm>
                <a:off x="4401278" y="5628715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DEFE8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C</a:t>
                </a:r>
                <a:endParaRPr lang="zh-CN" altLang="en-US" dirty="0">
                  <a:solidFill>
                    <a:srgbClr val="FDEFE8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72" name="文本框 171">
                <a:extLst>
                  <a:ext uri="{FF2B5EF4-FFF2-40B4-BE49-F238E27FC236}">
                    <a16:creationId xmlns:a16="http://schemas.microsoft.com/office/drawing/2014/main" id="{CE310B89-EB95-46C4-9FF0-BC0F15042689}"/>
                  </a:ext>
                </a:extLst>
              </p:cNvPr>
              <p:cNvSpPr txBox="1"/>
              <p:nvPr/>
            </p:nvSpPr>
            <p:spPr>
              <a:xfrm>
                <a:off x="4927212" y="5628715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DEFE8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A</a:t>
                </a:r>
                <a:endParaRPr lang="zh-CN" altLang="en-US" dirty="0">
                  <a:solidFill>
                    <a:srgbClr val="FDEFE8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73" name="文本框 172">
                <a:extLst>
                  <a:ext uri="{FF2B5EF4-FFF2-40B4-BE49-F238E27FC236}">
                    <a16:creationId xmlns:a16="http://schemas.microsoft.com/office/drawing/2014/main" id="{29D0DA5C-23A1-40E9-A5D5-F555D2F99FD2}"/>
                  </a:ext>
                </a:extLst>
              </p:cNvPr>
              <p:cNvSpPr txBox="1"/>
              <p:nvPr/>
            </p:nvSpPr>
            <p:spPr>
              <a:xfrm>
                <a:off x="5453146" y="5628715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DEFE8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B</a:t>
                </a:r>
                <a:endParaRPr lang="zh-CN" altLang="en-US" dirty="0">
                  <a:solidFill>
                    <a:srgbClr val="FDEFE8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74" name="文本框 173">
                <a:extLst>
                  <a:ext uri="{FF2B5EF4-FFF2-40B4-BE49-F238E27FC236}">
                    <a16:creationId xmlns:a16="http://schemas.microsoft.com/office/drawing/2014/main" id="{3DF5039F-7727-42D4-AB1A-4E5D9C3D18B1}"/>
                  </a:ext>
                </a:extLst>
              </p:cNvPr>
              <p:cNvSpPr txBox="1"/>
              <p:nvPr/>
            </p:nvSpPr>
            <p:spPr>
              <a:xfrm>
                <a:off x="5973992" y="5628715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DEFE8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B</a:t>
                </a:r>
                <a:endParaRPr lang="zh-CN" altLang="en-US" dirty="0">
                  <a:solidFill>
                    <a:srgbClr val="FDEFE8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75" name="文本框 174">
                <a:extLst>
                  <a:ext uri="{FF2B5EF4-FFF2-40B4-BE49-F238E27FC236}">
                    <a16:creationId xmlns:a16="http://schemas.microsoft.com/office/drawing/2014/main" id="{D86610F8-38A0-402A-85E2-279B6AE6DDD7}"/>
                  </a:ext>
                </a:extLst>
              </p:cNvPr>
              <p:cNvSpPr txBox="1"/>
              <p:nvPr/>
            </p:nvSpPr>
            <p:spPr>
              <a:xfrm>
                <a:off x="6505014" y="5628715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DEFE8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A</a:t>
                </a:r>
                <a:endParaRPr lang="zh-CN" altLang="en-US" dirty="0">
                  <a:solidFill>
                    <a:srgbClr val="FDEFE8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</p:grpSp>
        <p:grpSp>
          <p:nvGrpSpPr>
            <p:cNvPr id="263" name="组合 262">
              <a:extLst>
                <a:ext uri="{FF2B5EF4-FFF2-40B4-BE49-F238E27FC236}">
                  <a16:creationId xmlns:a16="http://schemas.microsoft.com/office/drawing/2014/main" id="{8638125F-758E-439A-A3ED-9AE045784C3A}"/>
                </a:ext>
              </a:extLst>
            </p:cNvPr>
            <p:cNvGrpSpPr/>
            <p:nvPr/>
          </p:nvGrpSpPr>
          <p:grpSpPr>
            <a:xfrm>
              <a:off x="2024024" y="108272"/>
              <a:ext cx="3783684" cy="3825182"/>
              <a:chOff x="2024024" y="108272"/>
              <a:chExt cx="3783684" cy="3825182"/>
            </a:xfrm>
          </p:grpSpPr>
          <p:sp>
            <p:nvSpPr>
              <p:cNvPr id="285" name="文本框 284">
                <a:extLst>
                  <a:ext uri="{FF2B5EF4-FFF2-40B4-BE49-F238E27FC236}">
                    <a16:creationId xmlns:a16="http://schemas.microsoft.com/office/drawing/2014/main" id="{FB2F55F0-B29C-4B95-A641-78A080112388}"/>
                  </a:ext>
                </a:extLst>
              </p:cNvPr>
              <p:cNvSpPr txBox="1"/>
              <p:nvPr/>
            </p:nvSpPr>
            <p:spPr>
              <a:xfrm rot="18881651">
                <a:off x="3251912" y="2172060"/>
                <a:ext cx="513379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-1</a:t>
                </a:r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286" name="文本框 285">
                <a:extLst>
                  <a:ext uri="{FF2B5EF4-FFF2-40B4-BE49-F238E27FC236}">
                    <a16:creationId xmlns:a16="http://schemas.microsoft.com/office/drawing/2014/main" id="{1F0C5F54-1AF5-4EA9-98AD-DD119E638833}"/>
                  </a:ext>
                </a:extLst>
              </p:cNvPr>
              <p:cNvSpPr txBox="1"/>
              <p:nvPr/>
            </p:nvSpPr>
            <p:spPr>
              <a:xfrm rot="18881651">
                <a:off x="2999402" y="2424657"/>
                <a:ext cx="513379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-2</a:t>
                </a:r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287" name="文本框 286">
                <a:extLst>
                  <a:ext uri="{FF2B5EF4-FFF2-40B4-BE49-F238E27FC236}">
                    <a16:creationId xmlns:a16="http://schemas.microsoft.com/office/drawing/2014/main" id="{58EC64A5-B522-4CC9-97EC-1E4966AD38FF}"/>
                  </a:ext>
                </a:extLst>
              </p:cNvPr>
              <p:cNvSpPr txBox="1"/>
              <p:nvPr/>
            </p:nvSpPr>
            <p:spPr>
              <a:xfrm rot="18881651">
                <a:off x="2737878" y="2704797"/>
                <a:ext cx="513379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-3</a:t>
                </a:r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289" name="文本框 288">
                <a:extLst>
                  <a:ext uri="{FF2B5EF4-FFF2-40B4-BE49-F238E27FC236}">
                    <a16:creationId xmlns:a16="http://schemas.microsoft.com/office/drawing/2014/main" id="{6E15C8CD-8709-4366-A7A7-77F44AD4F859}"/>
                  </a:ext>
                </a:extLst>
              </p:cNvPr>
              <p:cNvSpPr txBox="1"/>
              <p:nvPr/>
            </p:nvSpPr>
            <p:spPr>
              <a:xfrm rot="18881651">
                <a:off x="2471401" y="2971728"/>
                <a:ext cx="513379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-4</a:t>
                </a:r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290" name="文本框 289">
                <a:extLst>
                  <a:ext uri="{FF2B5EF4-FFF2-40B4-BE49-F238E27FC236}">
                    <a16:creationId xmlns:a16="http://schemas.microsoft.com/office/drawing/2014/main" id="{06B61E73-6F7B-45BD-B86B-ECB0CAC151BE}"/>
                  </a:ext>
                </a:extLst>
              </p:cNvPr>
              <p:cNvSpPr txBox="1"/>
              <p:nvPr/>
            </p:nvSpPr>
            <p:spPr>
              <a:xfrm rot="18881651">
                <a:off x="2203386" y="3235295"/>
                <a:ext cx="513379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-5</a:t>
                </a:r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291" name="文本框 290">
                <a:extLst>
                  <a:ext uri="{FF2B5EF4-FFF2-40B4-BE49-F238E27FC236}">
                    <a16:creationId xmlns:a16="http://schemas.microsoft.com/office/drawing/2014/main" id="{7F95DB7F-0A05-45B7-8A29-2B25B848FA0D}"/>
                  </a:ext>
                </a:extLst>
              </p:cNvPr>
              <p:cNvSpPr txBox="1"/>
              <p:nvPr/>
            </p:nvSpPr>
            <p:spPr>
              <a:xfrm rot="18881651">
                <a:off x="1952000" y="3492099"/>
                <a:ext cx="513379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-6</a:t>
                </a:r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292" name="文本框 291">
                <a:extLst>
                  <a:ext uri="{FF2B5EF4-FFF2-40B4-BE49-F238E27FC236}">
                    <a16:creationId xmlns:a16="http://schemas.microsoft.com/office/drawing/2014/main" id="{FCE34DF8-0509-414A-9DE8-210A07B99A7C}"/>
                  </a:ext>
                </a:extLst>
              </p:cNvPr>
              <p:cNvSpPr txBox="1"/>
              <p:nvPr/>
            </p:nvSpPr>
            <p:spPr>
              <a:xfrm rot="18881651">
                <a:off x="3893662" y="1639469"/>
                <a:ext cx="305617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1</a:t>
                </a:r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293" name="文本框 292">
                <a:extLst>
                  <a:ext uri="{FF2B5EF4-FFF2-40B4-BE49-F238E27FC236}">
                    <a16:creationId xmlns:a16="http://schemas.microsoft.com/office/drawing/2014/main" id="{0ABCA058-1799-46A6-B241-BA4EAB71DB45}"/>
                  </a:ext>
                </a:extLst>
              </p:cNvPr>
              <p:cNvSpPr txBox="1"/>
              <p:nvPr/>
            </p:nvSpPr>
            <p:spPr>
              <a:xfrm rot="18881651">
                <a:off x="4156424" y="1378960"/>
                <a:ext cx="305617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2</a:t>
                </a:r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294" name="文本框 293">
                <a:extLst>
                  <a:ext uri="{FF2B5EF4-FFF2-40B4-BE49-F238E27FC236}">
                    <a16:creationId xmlns:a16="http://schemas.microsoft.com/office/drawing/2014/main" id="{F4645C28-65B7-4F5A-902D-3BC068B4DF6E}"/>
                  </a:ext>
                </a:extLst>
              </p:cNvPr>
              <p:cNvSpPr txBox="1"/>
              <p:nvPr/>
            </p:nvSpPr>
            <p:spPr>
              <a:xfrm rot="18881651">
                <a:off x="4419186" y="1118451"/>
                <a:ext cx="305617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3</a:t>
                </a:r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295" name="文本框 294">
                <a:extLst>
                  <a:ext uri="{FF2B5EF4-FFF2-40B4-BE49-F238E27FC236}">
                    <a16:creationId xmlns:a16="http://schemas.microsoft.com/office/drawing/2014/main" id="{B67A7070-1219-41CF-B36A-B1564A1CFE77}"/>
                  </a:ext>
                </a:extLst>
              </p:cNvPr>
              <p:cNvSpPr txBox="1"/>
              <p:nvPr/>
            </p:nvSpPr>
            <p:spPr>
              <a:xfrm rot="18881651">
                <a:off x="4681948" y="857942"/>
                <a:ext cx="305617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4</a:t>
                </a:r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296" name="文本框 295">
                <a:extLst>
                  <a:ext uri="{FF2B5EF4-FFF2-40B4-BE49-F238E27FC236}">
                    <a16:creationId xmlns:a16="http://schemas.microsoft.com/office/drawing/2014/main" id="{5C16A8F5-5FD2-49B6-A069-EEDA412A13D0}"/>
                  </a:ext>
                </a:extLst>
              </p:cNvPr>
              <p:cNvSpPr txBox="1"/>
              <p:nvPr/>
            </p:nvSpPr>
            <p:spPr>
              <a:xfrm rot="18881651">
                <a:off x="4944710" y="597433"/>
                <a:ext cx="305617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5</a:t>
                </a:r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297" name="文本框 296">
                <a:extLst>
                  <a:ext uri="{FF2B5EF4-FFF2-40B4-BE49-F238E27FC236}">
                    <a16:creationId xmlns:a16="http://schemas.microsoft.com/office/drawing/2014/main" id="{1F54E13D-842C-47CD-B41A-AC11A7C1FDFE}"/>
                  </a:ext>
                </a:extLst>
              </p:cNvPr>
              <p:cNvSpPr txBox="1"/>
              <p:nvPr/>
            </p:nvSpPr>
            <p:spPr>
              <a:xfrm rot="18881651">
                <a:off x="5207472" y="336924"/>
                <a:ext cx="305617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6</a:t>
                </a:r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298" name="文本框 297">
                <a:extLst>
                  <a:ext uri="{FF2B5EF4-FFF2-40B4-BE49-F238E27FC236}">
                    <a16:creationId xmlns:a16="http://schemas.microsoft.com/office/drawing/2014/main" id="{9D7E434B-9D4B-46F7-B7EB-C0194B670420}"/>
                  </a:ext>
                </a:extLst>
              </p:cNvPr>
              <p:cNvSpPr txBox="1"/>
              <p:nvPr/>
            </p:nvSpPr>
            <p:spPr>
              <a:xfrm rot="18881651">
                <a:off x="5470233" y="76415"/>
                <a:ext cx="305617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7</a:t>
                </a:r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299" name="文本框 298">
                <a:extLst>
                  <a:ext uri="{FF2B5EF4-FFF2-40B4-BE49-F238E27FC236}">
                    <a16:creationId xmlns:a16="http://schemas.microsoft.com/office/drawing/2014/main" id="{DE038611-3FA4-495F-A745-0F9B28BEE3B8}"/>
                  </a:ext>
                </a:extLst>
              </p:cNvPr>
              <p:cNvSpPr txBox="1"/>
              <p:nvPr/>
            </p:nvSpPr>
            <p:spPr>
              <a:xfrm rot="18881651">
                <a:off x="3630900" y="1899978"/>
                <a:ext cx="305617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0</a:t>
                </a:r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</p:grpSp>
      </p:grpSp>
      <p:grpSp>
        <p:nvGrpSpPr>
          <p:cNvPr id="178" name="组合 177">
            <a:extLst>
              <a:ext uri="{FF2B5EF4-FFF2-40B4-BE49-F238E27FC236}">
                <a16:creationId xmlns:a16="http://schemas.microsoft.com/office/drawing/2014/main" id="{1C56721C-39DD-4C0B-AFA0-9BDE32D12B70}"/>
              </a:ext>
            </a:extLst>
          </p:cNvPr>
          <p:cNvGrpSpPr/>
          <p:nvPr/>
        </p:nvGrpSpPr>
        <p:grpSpPr>
          <a:xfrm>
            <a:off x="5865991" y="102254"/>
            <a:ext cx="5941951" cy="6087450"/>
            <a:chOff x="2024024" y="100526"/>
            <a:chExt cx="5941951" cy="6087450"/>
          </a:xfrm>
        </p:grpSpPr>
        <p:grpSp>
          <p:nvGrpSpPr>
            <p:cNvPr id="179" name="组合 178">
              <a:extLst>
                <a:ext uri="{FF2B5EF4-FFF2-40B4-BE49-F238E27FC236}">
                  <a16:creationId xmlns:a16="http://schemas.microsoft.com/office/drawing/2014/main" id="{EAEBE379-71B4-42D8-979C-5CE3E53A0F71}"/>
                </a:ext>
              </a:extLst>
            </p:cNvPr>
            <p:cNvGrpSpPr/>
            <p:nvPr/>
          </p:nvGrpSpPr>
          <p:grpSpPr>
            <a:xfrm>
              <a:off x="2047259" y="100526"/>
              <a:ext cx="5821259" cy="6087450"/>
              <a:chOff x="2047259" y="100526"/>
              <a:chExt cx="5821259" cy="6087450"/>
            </a:xfrm>
          </p:grpSpPr>
          <p:cxnSp>
            <p:nvCxnSpPr>
              <p:cNvPr id="391" name="直接连接符 390">
                <a:extLst>
                  <a:ext uri="{FF2B5EF4-FFF2-40B4-BE49-F238E27FC236}">
                    <a16:creationId xmlns:a16="http://schemas.microsoft.com/office/drawing/2014/main" id="{537CFA9A-8DE2-4106-B90C-57A4D3E36AF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047259" y="100526"/>
                <a:ext cx="3960000" cy="3960000"/>
              </a:xfrm>
              <a:prstGeom prst="line">
                <a:avLst/>
              </a:prstGeom>
              <a:ln w="12700">
                <a:solidFill>
                  <a:srgbClr val="D74514"/>
                </a:solidFill>
                <a:headEnd type="triangle" w="lg" len="lg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2" name="直接连接符 391">
                <a:extLst>
                  <a:ext uri="{FF2B5EF4-FFF2-40B4-BE49-F238E27FC236}">
                    <a16:creationId xmlns:a16="http://schemas.microsoft.com/office/drawing/2014/main" id="{50716E1A-3241-4559-BCE8-3BB0A415050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908518" y="2227976"/>
                <a:ext cx="3960000" cy="3960000"/>
              </a:xfrm>
              <a:prstGeom prst="line">
                <a:avLst/>
              </a:prstGeom>
              <a:ln w="12700">
                <a:solidFill>
                  <a:srgbClr val="D74514"/>
                </a:solidFill>
                <a:headEnd type="triangle" w="lg" len="lg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3" name="文本框 392">
                <a:extLst>
                  <a:ext uri="{FF2B5EF4-FFF2-40B4-BE49-F238E27FC236}">
                    <a16:creationId xmlns:a16="http://schemas.microsoft.com/office/drawing/2014/main" id="{02FFC985-8669-4D72-B9B7-13EB2530B75A}"/>
                  </a:ext>
                </a:extLst>
              </p:cNvPr>
              <p:cNvSpPr txBox="1"/>
              <p:nvPr/>
            </p:nvSpPr>
            <p:spPr>
              <a:xfrm>
                <a:off x="6034271" y="163989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k</a:t>
                </a:r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394" name="文本框 393">
                <a:extLst>
                  <a:ext uri="{FF2B5EF4-FFF2-40B4-BE49-F238E27FC236}">
                    <a16:creationId xmlns:a16="http://schemas.microsoft.com/office/drawing/2014/main" id="{0E0552B3-DDF9-4EE2-A134-2D32617F9264}"/>
                  </a:ext>
                </a:extLst>
              </p:cNvPr>
              <p:cNvSpPr txBox="1"/>
              <p:nvPr/>
            </p:nvSpPr>
            <p:spPr>
              <a:xfrm>
                <a:off x="2049869" y="4038520"/>
                <a:ext cx="521794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-k</a:t>
                </a:r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395" name="文本框 394">
                <a:extLst>
                  <a:ext uri="{FF2B5EF4-FFF2-40B4-BE49-F238E27FC236}">
                    <a16:creationId xmlns:a16="http://schemas.microsoft.com/office/drawing/2014/main" id="{5F0CD85C-3A61-4AC0-8EAA-29266ED2BE39}"/>
                  </a:ext>
                </a:extLst>
              </p:cNvPr>
              <p:cNvSpPr txBox="1"/>
              <p:nvPr/>
            </p:nvSpPr>
            <p:spPr>
              <a:xfrm>
                <a:off x="7221624" y="5816909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D</a:t>
                </a:r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</p:grpSp>
        <p:grpSp>
          <p:nvGrpSpPr>
            <p:cNvPr id="180" name="组合 179">
              <a:extLst>
                <a:ext uri="{FF2B5EF4-FFF2-40B4-BE49-F238E27FC236}">
                  <a16:creationId xmlns:a16="http://schemas.microsoft.com/office/drawing/2014/main" id="{F899E5B1-2D72-49C3-BB4A-4047BDB19BE9}"/>
                </a:ext>
              </a:extLst>
            </p:cNvPr>
            <p:cNvGrpSpPr/>
            <p:nvPr/>
          </p:nvGrpSpPr>
          <p:grpSpPr>
            <a:xfrm>
              <a:off x="2310770" y="363835"/>
              <a:ext cx="5284195" cy="5030833"/>
              <a:chOff x="2310770" y="363835"/>
              <a:chExt cx="5284195" cy="5030833"/>
            </a:xfrm>
          </p:grpSpPr>
          <p:cxnSp>
            <p:nvCxnSpPr>
              <p:cNvPr id="378" name="直接连接符 377">
                <a:extLst>
                  <a:ext uri="{FF2B5EF4-FFF2-40B4-BE49-F238E27FC236}">
                    <a16:creationId xmlns:a16="http://schemas.microsoft.com/office/drawing/2014/main" id="{3B625019-A327-4192-A7F1-626D1D117E0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634210" y="2476625"/>
                <a:ext cx="2898984" cy="2897070"/>
              </a:xfrm>
              <a:prstGeom prst="line">
                <a:avLst/>
              </a:prstGeom>
              <a:ln w="12700">
                <a:solidFill>
                  <a:srgbClr val="D74514"/>
                </a:solidFill>
                <a:prstDash val="dash"/>
                <a:headEnd type="none" w="lg" len="lg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9" name="直接连接符 378">
                <a:extLst>
                  <a:ext uri="{FF2B5EF4-FFF2-40B4-BE49-F238E27FC236}">
                    <a16:creationId xmlns:a16="http://schemas.microsoft.com/office/drawing/2014/main" id="{DCFB9061-0AB7-4277-BBA0-855A0ECF50A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393236" y="2753914"/>
                <a:ext cx="2614025" cy="2619781"/>
              </a:xfrm>
              <a:prstGeom prst="line">
                <a:avLst/>
              </a:prstGeom>
              <a:ln w="12700">
                <a:solidFill>
                  <a:srgbClr val="D74514"/>
                </a:solidFill>
                <a:prstDash val="dash"/>
                <a:headEnd type="none" w="lg" len="lg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0" name="直接连接符 379">
                <a:extLst>
                  <a:ext uri="{FF2B5EF4-FFF2-40B4-BE49-F238E27FC236}">
                    <a16:creationId xmlns:a16="http://schemas.microsoft.com/office/drawing/2014/main" id="{576EFBEC-B9FD-4A72-A05A-ED06DEB5675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118949" y="3000782"/>
                <a:ext cx="2375034" cy="2372913"/>
              </a:xfrm>
              <a:prstGeom prst="line">
                <a:avLst/>
              </a:prstGeom>
              <a:ln w="12700">
                <a:solidFill>
                  <a:srgbClr val="D74514"/>
                </a:solidFill>
                <a:prstDash val="dash"/>
                <a:headEnd type="none" w="lg" len="lg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1" name="直接连接符 380">
                <a:extLst>
                  <a:ext uri="{FF2B5EF4-FFF2-40B4-BE49-F238E27FC236}">
                    <a16:creationId xmlns:a16="http://schemas.microsoft.com/office/drawing/2014/main" id="{355145A0-8166-44F8-924E-AD23C032663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858926" y="3278721"/>
                <a:ext cx="2109122" cy="2115947"/>
              </a:xfrm>
              <a:prstGeom prst="line">
                <a:avLst/>
              </a:prstGeom>
              <a:ln w="12700">
                <a:solidFill>
                  <a:srgbClr val="D74514"/>
                </a:solidFill>
                <a:prstDash val="dash"/>
                <a:headEnd type="none" w="lg" len="lg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2" name="直接连接符 381">
                <a:extLst>
                  <a:ext uri="{FF2B5EF4-FFF2-40B4-BE49-F238E27FC236}">
                    <a16:creationId xmlns:a16="http://schemas.microsoft.com/office/drawing/2014/main" id="{2A86C001-1136-4EE6-8AAC-FBBDB418ED5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609381" y="3534545"/>
                <a:ext cx="1837726" cy="1848961"/>
              </a:xfrm>
              <a:prstGeom prst="line">
                <a:avLst/>
              </a:prstGeom>
              <a:ln w="12700">
                <a:solidFill>
                  <a:srgbClr val="D74514"/>
                </a:solidFill>
                <a:prstDash val="dash"/>
                <a:headEnd type="none" w="lg" len="lg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3" name="直接连接符 382">
                <a:extLst>
                  <a:ext uri="{FF2B5EF4-FFF2-40B4-BE49-F238E27FC236}">
                    <a16:creationId xmlns:a16="http://schemas.microsoft.com/office/drawing/2014/main" id="{6B44DE34-740C-46A3-B91A-F252BA6A9A0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10770" y="3753175"/>
                <a:ext cx="1610265" cy="1641493"/>
              </a:xfrm>
              <a:prstGeom prst="line">
                <a:avLst/>
              </a:prstGeom>
              <a:ln w="12700">
                <a:solidFill>
                  <a:srgbClr val="D74514"/>
                </a:solidFill>
                <a:prstDash val="dash"/>
                <a:headEnd type="none" w="lg" len="lg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4" name="直接连接符 383">
                <a:extLst>
                  <a:ext uri="{FF2B5EF4-FFF2-40B4-BE49-F238E27FC236}">
                    <a16:creationId xmlns:a16="http://schemas.microsoft.com/office/drawing/2014/main" id="{0C90095B-276A-4175-BF06-89889352F90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160145" y="1947041"/>
                <a:ext cx="3434065" cy="3447627"/>
              </a:xfrm>
              <a:prstGeom prst="line">
                <a:avLst/>
              </a:prstGeom>
              <a:ln w="12700">
                <a:solidFill>
                  <a:srgbClr val="D74514"/>
                </a:solidFill>
                <a:prstDash val="dash"/>
                <a:headEnd type="none" w="lg" len="lg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5" name="直接连接符 384">
                <a:extLst>
                  <a:ext uri="{FF2B5EF4-FFF2-40B4-BE49-F238E27FC236}">
                    <a16:creationId xmlns:a16="http://schemas.microsoft.com/office/drawing/2014/main" id="{DBE40D82-8426-4047-B8BB-35A84A697E2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405837" y="1682821"/>
                <a:ext cx="3182910" cy="3173100"/>
              </a:xfrm>
              <a:prstGeom prst="line">
                <a:avLst/>
              </a:prstGeom>
              <a:ln w="12700">
                <a:solidFill>
                  <a:srgbClr val="D74514"/>
                </a:solidFill>
                <a:prstDash val="dash"/>
                <a:headEnd type="none" w="lg" len="lg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6" name="直接连接符 385">
                <a:extLst>
                  <a:ext uri="{FF2B5EF4-FFF2-40B4-BE49-F238E27FC236}">
                    <a16:creationId xmlns:a16="http://schemas.microsoft.com/office/drawing/2014/main" id="{EC2C1764-8DF8-4D42-9D4F-255F3EC169D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695981" y="1432914"/>
                <a:ext cx="2898984" cy="2897070"/>
              </a:xfrm>
              <a:prstGeom prst="line">
                <a:avLst/>
              </a:prstGeom>
              <a:ln w="12700">
                <a:solidFill>
                  <a:srgbClr val="D74514"/>
                </a:solidFill>
                <a:prstDash val="dash"/>
                <a:headEnd type="none" w="lg" len="lg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7" name="直接连接符 386">
                <a:extLst>
                  <a:ext uri="{FF2B5EF4-FFF2-40B4-BE49-F238E27FC236}">
                    <a16:creationId xmlns:a16="http://schemas.microsoft.com/office/drawing/2014/main" id="{05B81C85-FCDD-40A8-A8DE-1A8F72759B3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972600" y="1184267"/>
                <a:ext cx="2614025" cy="2619781"/>
              </a:xfrm>
              <a:prstGeom prst="line">
                <a:avLst/>
              </a:prstGeom>
              <a:ln w="12700">
                <a:solidFill>
                  <a:srgbClr val="D74514"/>
                </a:solidFill>
                <a:prstDash val="dash"/>
                <a:headEnd type="none" w="lg" len="lg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8" name="直接连接符 387">
                <a:extLst>
                  <a:ext uri="{FF2B5EF4-FFF2-40B4-BE49-F238E27FC236}">
                    <a16:creationId xmlns:a16="http://schemas.microsoft.com/office/drawing/2014/main" id="{059C88D0-59BF-47BA-B9D7-5F209CCA95D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212245" y="896283"/>
                <a:ext cx="2375034" cy="2372913"/>
              </a:xfrm>
              <a:prstGeom prst="line">
                <a:avLst/>
              </a:prstGeom>
              <a:ln w="12700">
                <a:solidFill>
                  <a:srgbClr val="D74514"/>
                </a:solidFill>
                <a:prstDash val="dash"/>
                <a:headEnd type="none" w="lg" len="lg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9" name="直接连接符 388">
                <a:extLst>
                  <a:ext uri="{FF2B5EF4-FFF2-40B4-BE49-F238E27FC236}">
                    <a16:creationId xmlns:a16="http://schemas.microsoft.com/office/drawing/2014/main" id="{295BE78E-A839-42C6-A7B8-183560A4546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475942" y="635033"/>
                <a:ext cx="2109122" cy="2115947"/>
              </a:xfrm>
              <a:prstGeom prst="line">
                <a:avLst/>
              </a:prstGeom>
              <a:ln w="12700">
                <a:solidFill>
                  <a:srgbClr val="D74514"/>
                </a:solidFill>
                <a:prstDash val="dash"/>
                <a:headEnd type="none" w="lg" len="lg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0" name="直接连接符 389">
                <a:extLst>
                  <a:ext uri="{FF2B5EF4-FFF2-40B4-BE49-F238E27FC236}">
                    <a16:creationId xmlns:a16="http://schemas.microsoft.com/office/drawing/2014/main" id="{9FBB4B2E-B741-4020-9AD2-37434C96839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745630" y="363835"/>
                <a:ext cx="1837726" cy="1848961"/>
              </a:xfrm>
              <a:prstGeom prst="line">
                <a:avLst/>
              </a:prstGeom>
              <a:ln w="12700">
                <a:solidFill>
                  <a:srgbClr val="D74514"/>
                </a:solidFill>
                <a:prstDash val="dash"/>
                <a:headEnd type="none" w="lg" len="lg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1" name="矩形 180">
              <a:extLst>
                <a:ext uri="{FF2B5EF4-FFF2-40B4-BE49-F238E27FC236}">
                  <a16:creationId xmlns:a16="http://schemas.microsoft.com/office/drawing/2014/main" id="{080A4EC7-64A3-42CA-A6F7-153CE1FE2053}"/>
                </a:ext>
              </a:extLst>
            </p:cNvPr>
            <p:cNvSpPr/>
            <p:nvPr/>
          </p:nvSpPr>
          <p:spPr>
            <a:xfrm>
              <a:off x="3908522" y="2227985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182" name="矩形 181">
              <a:extLst>
                <a:ext uri="{FF2B5EF4-FFF2-40B4-BE49-F238E27FC236}">
                  <a16:creationId xmlns:a16="http://schemas.microsoft.com/office/drawing/2014/main" id="{F012B193-8615-4C47-90D4-2EE176708CFC}"/>
                </a:ext>
              </a:extLst>
            </p:cNvPr>
            <p:cNvSpPr/>
            <p:nvPr/>
          </p:nvSpPr>
          <p:spPr>
            <a:xfrm>
              <a:off x="4434457" y="2227984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183" name="矩形 182">
              <a:extLst>
                <a:ext uri="{FF2B5EF4-FFF2-40B4-BE49-F238E27FC236}">
                  <a16:creationId xmlns:a16="http://schemas.microsoft.com/office/drawing/2014/main" id="{A9BAD2C9-CCFB-44C2-8116-2D8DDD29E14A}"/>
                </a:ext>
              </a:extLst>
            </p:cNvPr>
            <p:cNvSpPr/>
            <p:nvPr/>
          </p:nvSpPr>
          <p:spPr>
            <a:xfrm>
              <a:off x="4960392" y="2227984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184" name="矩形 183">
              <a:extLst>
                <a:ext uri="{FF2B5EF4-FFF2-40B4-BE49-F238E27FC236}">
                  <a16:creationId xmlns:a16="http://schemas.microsoft.com/office/drawing/2014/main" id="{72DAEE1A-92E6-414A-BD85-814EFD4808CD}"/>
                </a:ext>
              </a:extLst>
            </p:cNvPr>
            <p:cNvSpPr/>
            <p:nvPr/>
          </p:nvSpPr>
          <p:spPr>
            <a:xfrm>
              <a:off x="5486327" y="2227985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185" name="矩形 184">
              <a:extLst>
                <a:ext uri="{FF2B5EF4-FFF2-40B4-BE49-F238E27FC236}">
                  <a16:creationId xmlns:a16="http://schemas.microsoft.com/office/drawing/2014/main" id="{C00EEF18-E0E5-49CC-845B-29F4272F5C30}"/>
                </a:ext>
              </a:extLst>
            </p:cNvPr>
            <p:cNvSpPr/>
            <p:nvPr/>
          </p:nvSpPr>
          <p:spPr>
            <a:xfrm>
              <a:off x="6012262" y="2227984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186" name="矩形 185">
              <a:extLst>
                <a:ext uri="{FF2B5EF4-FFF2-40B4-BE49-F238E27FC236}">
                  <a16:creationId xmlns:a16="http://schemas.microsoft.com/office/drawing/2014/main" id="{8B9465EC-CF08-4BEE-9DF1-DC7B50CA5E0F}"/>
                </a:ext>
              </a:extLst>
            </p:cNvPr>
            <p:cNvSpPr/>
            <p:nvPr/>
          </p:nvSpPr>
          <p:spPr>
            <a:xfrm>
              <a:off x="6538197" y="2227984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187" name="矩形 186">
              <a:extLst>
                <a:ext uri="{FF2B5EF4-FFF2-40B4-BE49-F238E27FC236}">
                  <a16:creationId xmlns:a16="http://schemas.microsoft.com/office/drawing/2014/main" id="{FCAD10B2-4C7C-4F16-9F36-386E43055C85}"/>
                </a:ext>
              </a:extLst>
            </p:cNvPr>
            <p:cNvSpPr/>
            <p:nvPr/>
          </p:nvSpPr>
          <p:spPr>
            <a:xfrm>
              <a:off x="7064132" y="2227983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188" name="矩形 187">
              <a:extLst>
                <a:ext uri="{FF2B5EF4-FFF2-40B4-BE49-F238E27FC236}">
                  <a16:creationId xmlns:a16="http://schemas.microsoft.com/office/drawing/2014/main" id="{D96DAB2A-12F6-442D-B03F-A242D36EE773}"/>
                </a:ext>
              </a:extLst>
            </p:cNvPr>
            <p:cNvSpPr/>
            <p:nvPr/>
          </p:nvSpPr>
          <p:spPr>
            <a:xfrm>
              <a:off x="3908522" y="2753920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189" name="矩形 188">
              <a:extLst>
                <a:ext uri="{FF2B5EF4-FFF2-40B4-BE49-F238E27FC236}">
                  <a16:creationId xmlns:a16="http://schemas.microsoft.com/office/drawing/2014/main" id="{7F388997-F7E7-4B3C-A859-0D2366CE5716}"/>
                </a:ext>
              </a:extLst>
            </p:cNvPr>
            <p:cNvSpPr/>
            <p:nvPr/>
          </p:nvSpPr>
          <p:spPr>
            <a:xfrm>
              <a:off x="4434457" y="2753919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190" name="矩形 189">
              <a:extLst>
                <a:ext uri="{FF2B5EF4-FFF2-40B4-BE49-F238E27FC236}">
                  <a16:creationId xmlns:a16="http://schemas.microsoft.com/office/drawing/2014/main" id="{DBA2AE60-D6A3-499E-8695-7CE8FAE03F55}"/>
                </a:ext>
              </a:extLst>
            </p:cNvPr>
            <p:cNvSpPr/>
            <p:nvPr/>
          </p:nvSpPr>
          <p:spPr>
            <a:xfrm>
              <a:off x="4960392" y="2753919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191" name="矩形 190">
              <a:extLst>
                <a:ext uri="{FF2B5EF4-FFF2-40B4-BE49-F238E27FC236}">
                  <a16:creationId xmlns:a16="http://schemas.microsoft.com/office/drawing/2014/main" id="{07ADC412-3827-48B7-A932-243BA413EB61}"/>
                </a:ext>
              </a:extLst>
            </p:cNvPr>
            <p:cNvSpPr/>
            <p:nvPr/>
          </p:nvSpPr>
          <p:spPr>
            <a:xfrm>
              <a:off x="5486327" y="2753920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192" name="矩形 191">
              <a:extLst>
                <a:ext uri="{FF2B5EF4-FFF2-40B4-BE49-F238E27FC236}">
                  <a16:creationId xmlns:a16="http://schemas.microsoft.com/office/drawing/2014/main" id="{1ABDD227-C376-449F-B9AA-36DF1027F06F}"/>
                </a:ext>
              </a:extLst>
            </p:cNvPr>
            <p:cNvSpPr/>
            <p:nvPr/>
          </p:nvSpPr>
          <p:spPr>
            <a:xfrm>
              <a:off x="6012262" y="2753919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193" name="矩形 192">
              <a:extLst>
                <a:ext uri="{FF2B5EF4-FFF2-40B4-BE49-F238E27FC236}">
                  <a16:creationId xmlns:a16="http://schemas.microsoft.com/office/drawing/2014/main" id="{F5A84035-6529-43CA-B3F3-3F53C2F4F006}"/>
                </a:ext>
              </a:extLst>
            </p:cNvPr>
            <p:cNvSpPr/>
            <p:nvPr/>
          </p:nvSpPr>
          <p:spPr>
            <a:xfrm>
              <a:off x="6538197" y="2753919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194" name="矩形 193">
              <a:extLst>
                <a:ext uri="{FF2B5EF4-FFF2-40B4-BE49-F238E27FC236}">
                  <a16:creationId xmlns:a16="http://schemas.microsoft.com/office/drawing/2014/main" id="{01BBEEBE-83CA-4D0B-8628-30A45B2F0F8E}"/>
                </a:ext>
              </a:extLst>
            </p:cNvPr>
            <p:cNvSpPr/>
            <p:nvPr/>
          </p:nvSpPr>
          <p:spPr>
            <a:xfrm>
              <a:off x="7064132" y="2753918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195" name="矩形 194">
              <a:extLst>
                <a:ext uri="{FF2B5EF4-FFF2-40B4-BE49-F238E27FC236}">
                  <a16:creationId xmlns:a16="http://schemas.microsoft.com/office/drawing/2014/main" id="{8BC21A58-1871-419B-B7FF-E8CC2298F85A}"/>
                </a:ext>
              </a:extLst>
            </p:cNvPr>
            <p:cNvSpPr/>
            <p:nvPr/>
          </p:nvSpPr>
          <p:spPr>
            <a:xfrm>
              <a:off x="3908522" y="3279855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196" name="矩形 195">
              <a:extLst>
                <a:ext uri="{FF2B5EF4-FFF2-40B4-BE49-F238E27FC236}">
                  <a16:creationId xmlns:a16="http://schemas.microsoft.com/office/drawing/2014/main" id="{4A3F99D1-C340-4156-997C-99C4AEF0F061}"/>
                </a:ext>
              </a:extLst>
            </p:cNvPr>
            <p:cNvSpPr/>
            <p:nvPr/>
          </p:nvSpPr>
          <p:spPr>
            <a:xfrm>
              <a:off x="4434457" y="3279854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197" name="矩形 196">
              <a:extLst>
                <a:ext uri="{FF2B5EF4-FFF2-40B4-BE49-F238E27FC236}">
                  <a16:creationId xmlns:a16="http://schemas.microsoft.com/office/drawing/2014/main" id="{BEA0F135-0D75-48FD-80E1-213ECB2CDE32}"/>
                </a:ext>
              </a:extLst>
            </p:cNvPr>
            <p:cNvSpPr/>
            <p:nvPr/>
          </p:nvSpPr>
          <p:spPr>
            <a:xfrm>
              <a:off x="4960392" y="3279854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198" name="矩形 197">
              <a:extLst>
                <a:ext uri="{FF2B5EF4-FFF2-40B4-BE49-F238E27FC236}">
                  <a16:creationId xmlns:a16="http://schemas.microsoft.com/office/drawing/2014/main" id="{A959DAAD-BFB9-42AC-8D37-0EEA0DE4A555}"/>
                </a:ext>
              </a:extLst>
            </p:cNvPr>
            <p:cNvSpPr/>
            <p:nvPr/>
          </p:nvSpPr>
          <p:spPr>
            <a:xfrm>
              <a:off x="5486327" y="3279855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199" name="矩形 198">
              <a:extLst>
                <a:ext uri="{FF2B5EF4-FFF2-40B4-BE49-F238E27FC236}">
                  <a16:creationId xmlns:a16="http://schemas.microsoft.com/office/drawing/2014/main" id="{905F724C-BF56-461A-AD6C-FD98EAC8923C}"/>
                </a:ext>
              </a:extLst>
            </p:cNvPr>
            <p:cNvSpPr/>
            <p:nvPr/>
          </p:nvSpPr>
          <p:spPr>
            <a:xfrm>
              <a:off x="6012262" y="3279854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200" name="矩形 199">
              <a:extLst>
                <a:ext uri="{FF2B5EF4-FFF2-40B4-BE49-F238E27FC236}">
                  <a16:creationId xmlns:a16="http://schemas.microsoft.com/office/drawing/2014/main" id="{E8173468-0525-46A1-983B-76FE662442C5}"/>
                </a:ext>
              </a:extLst>
            </p:cNvPr>
            <p:cNvSpPr/>
            <p:nvPr/>
          </p:nvSpPr>
          <p:spPr>
            <a:xfrm>
              <a:off x="6538197" y="3279854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201" name="矩形 200">
              <a:extLst>
                <a:ext uri="{FF2B5EF4-FFF2-40B4-BE49-F238E27FC236}">
                  <a16:creationId xmlns:a16="http://schemas.microsoft.com/office/drawing/2014/main" id="{DD39F162-6EA0-4A43-94B1-A5BAE1C52592}"/>
                </a:ext>
              </a:extLst>
            </p:cNvPr>
            <p:cNvSpPr/>
            <p:nvPr/>
          </p:nvSpPr>
          <p:spPr>
            <a:xfrm>
              <a:off x="7064132" y="3279853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202" name="矩形 201">
              <a:extLst>
                <a:ext uri="{FF2B5EF4-FFF2-40B4-BE49-F238E27FC236}">
                  <a16:creationId xmlns:a16="http://schemas.microsoft.com/office/drawing/2014/main" id="{AD846FC5-E5BE-4E48-B096-8C8678B57357}"/>
                </a:ext>
              </a:extLst>
            </p:cNvPr>
            <p:cNvSpPr/>
            <p:nvPr/>
          </p:nvSpPr>
          <p:spPr>
            <a:xfrm>
              <a:off x="3908522" y="3805789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203" name="矩形 202">
              <a:extLst>
                <a:ext uri="{FF2B5EF4-FFF2-40B4-BE49-F238E27FC236}">
                  <a16:creationId xmlns:a16="http://schemas.microsoft.com/office/drawing/2014/main" id="{FFD4EEED-15C8-4B1B-98B5-923DD6C07933}"/>
                </a:ext>
              </a:extLst>
            </p:cNvPr>
            <p:cNvSpPr/>
            <p:nvPr/>
          </p:nvSpPr>
          <p:spPr>
            <a:xfrm>
              <a:off x="4434457" y="3805788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204" name="矩形 203">
              <a:extLst>
                <a:ext uri="{FF2B5EF4-FFF2-40B4-BE49-F238E27FC236}">
                  <a16:creationId xmlns:a16="http://schemas.microsoft.com/office/drawing/2014/main" id="{604177FF-AE54-4DE6-A6CF-489FAFFA67B9}"/>
                </a:ext>
              </a:extLst>
            </p:cNvPr>
            <p:cNvSpPr/>
            <p:nvPr/>
          </p:nvSpPr>
          <p:spPr>
            <a:xfrm>
              <a:off x="4960392" y="3805788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205" name="矩形 204">
              <a:extLst>
                <a:ext uri="{FF2B5EF4-FFF2-40B4-BE49-F238E27FC236}">
                  <a16:creationId xmlns:a16="http://schemas.microsoft.com/office/drawing/2014/main" id="{B4751AA6-EA01-4071-83E8-924C8F64E837}"/>
                </a:ext>
              </a:extLst>
            </p:cNvPr>
            <p:cNvSpPr/>
            <p:nvPr/>
          </p:nvSpPr>
          <p:spPr>
            <a:xfrm>
              <a:off x="5486327" y="3805789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206" name="矩形 205">
              <a:extLst>
                <a:ext uri="{FF2B5EF4-FFF2-40B4-BE49-F238E27FC236}">
                  <a16:creationId xmlns:a16="http://schemas.microsoft.com/office/drawing/2014/main" id="{BB671EA8-A90A-42D0-BEEA-B5265A6ECD94}"/>
                </a:ext>
              </a:extLst>
            </p:cNvPr>
            <p:cNvSpPr/>
            <p:nvPr/>
          </p:nvSpPr>
          <p:spPr>
            <a:xfrm>
              <a:off x="6012262" y="3805788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207" name="矩形 206">
              <a:extLst>
                <a:ext uri="{FF2B5EF4-FFF2-40B4-BE49-F238E27FC236}">
                  <a16:creationId xmlns:a16="http://schemas.microsoft.com/office/drawing/2014/main" id="{B41AE743-457C-4FCF-B0E0-FEB387816DC0}"/>
                </a:ext>
              </a:extLst>
            </p:cNvPr>
            <p:cNvSpPr/>
            <p:nvPr/>
          </p:nvSpPr>
          <p:spPr>
            <a:xfrm>
              <a:off x="6538197" y="3805788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208" name="矩形 207">
              <a:extLst>
                <a:ext uri="{FF2B5EF4-FFF2-40B4-BE49-F238E27FC236}">
                  <a16:creationId xmlns:a16="http://schemas.microsoft.com/office/drawing/2014/main" id="{7B396E6D-9BB4-4A6F-A291-891DE79086EB}"/>
                </a:ext>
              </a:extLst>
            </p:cNvPr>
            <p:cNvSpPr/>
            <p:nvPr/>
          </p:nvSpPr>
          <p:spPr>
            <a:xfrm>
              <a:off x="7064132" y="3805787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209" name="矩形 208">
              <a:extLst>
                <a:ext uri="{FF2B5EF4-FFF2-40B4-BE49-F238E27FC236}">
                  <a16:creationId xmlns:a16="http://schemas.microsoft.com/office/drawing/2014/main" id="{202687E6-44C0-4768-A060-0E9CE52D842F}"/>
                </a:ext>
              </a:extLst>
            </p:cNvPr>
            <p:cNvSpPr/>
            <p:nvPr/>
          </p:nvSpPr>
          <p:spPr>
            <a:xfrm>
              <a:off x="3908522" y="4331724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210" name="矩形 209">
              <a:extLst>
                <a:ext uri="{FF2B5EF4-FFF2-40B4-BE49-F238E27FC236}">
                  <a16:creationId xmlns:a16="http://schemas.microsoft.com/office/drawing/2014/main" id="{46B722B7-D804-4DE0-9B96-431F24258BD5}"/>
                </a:ext>
              </a:extLst>
            </p:cNvPr>
            <p:cNvSpPr/>
            <p:nvPr/>
          </p:nvSpPr>
          <p:spPr>
            <a:xfrm>
              <a:off x="4434457" y="4331723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211" name="矩形 210">
              <a:extLst>
                <a:ext uri="{FF2B5EF4-FFF2-40B4-BE49-F238E27FC236}">
                  <a16:creationId xmlns:a16="http://schemas.microsoft.com/office/drawing/2014/main" id="{BDBFF0EB-7EF8-4923-849F-B442B8F0EA6E}"/>
                </a:ext>
              </a:extLst>
            </p:cNvPr>
            <p:cNvSpPr/>
            <p:nvPr/>
          </p:nvSpPr>
          <p:spPr>
            <a:xfrm>
              <a:off x="4960392" y="4331723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212" name="矩形 211">
              <a:extLst>
                <a:ext uri="{FF2B5EF4-FFF2-40B4-BE49-F238E27FC236}">
                  <a16:creationId xmlns:a16="http://schemas.microsoft.com/office/drawing/2014/main" id="{4B1CBC6C-58FF-4E6B-84DB-490DE7B7DC84}"/>
                </a:ext>
              </a:extLst>
            </p:cNvPr>
            <p:cNvSpPr/>
            <p:nvPr/>
          </p:nvSpPr>
          <p:spPr>
            <a:xfrm>
              <a:off x="5486327" y="4331724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213" name="矩形 212">
              <a:extLst>
                <a:ext uri="{FF2B5EF4-FFF2-40B4-BE49-F238E27FC236}">
                  <a16:creationId xmlns:a16="http://schemas.microsoft.com/office/drawing/2014/main" id="{D36C3E1D-CA26-4D84-B6CD-FF65E080B104}"/>
                </a:ext>
              </a:extLst>
            </p:cNvPr>
            <p:cNvSpPr/>
            <p:nvPr/>
          </p:nvSpPr>
          <p:spPr>
            <a:xfrm>
              <a:off x="6012262" y="4331723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214" name="矩形 213">
              <a:extLst>
                <a:ext uri="{FF2B5EF4-FFF2-40B4-BE49-F238E27FC236}">
                  <a16:creationId xmlns:a16="http://schemas.microsoft.com/office/drawing/2014/main" id="{A998EE2A-4249-4962-847F-C1DCF19CC55F}"/>
                </a:ext>
              </a:extLst>
            </p:cNvPr>
            <p:cNvSpPr/>
            <p:nvPr/>
          </p:nvSpPr>
          <p:spPr>
            <a:xfrm>
              <a:off x="6538197" y="4331723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215" name="矩形 214">
              <a:extLst>
                <a:ext uri="{FF2B5EF4-FFF2-40B4-BE49-F238E27FC236}">
                  <a16:creationId xmlns:a16="http://schemas.microsoft.com/office/drawing/2014/main" id="{77F6980A-3857-4F68-BA28-9A3460C6C754}"/>
                </a:ext>
              </a:extLst>
            </p:cNvPr>
            <p:cNvSpPr/>
            <p:nvPr/>
          </p:nvSpPr>
          <p:spPr>
            <a:xfrm>
              <a:off x="7064132" y="4331722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216" name="矩形 215">
              <a:extLst>
                <a:ext uri="{FF2B5EF4-FFF2-40B4-BE49-F238E27FC236}">
                  <a16:creationId xmlns:a16="http://schemas.microsoft.com/office/drawing/2014/main" id="{8D90AF2E-69C3-4DD9-A8EA-9375D84C5BFD}"/>
                </a:ext>
              </a:extLst>
            </p:cNvPr>
            <p:cNvSpPr/>
            <p:nvPr/>
          </p:nvSpPr>
          <p:spPr>
            <a:xfrm>
              <a:off x="3908522" y="4857659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217" name="矩形 216">
              <a:extLst>
                <a:ext uri="{FF2B5EF4-FFF2-40B4-BE49-F238E27FC236}">
                  <a16:creationId xmlns:a16="http://schemas.microsoft.com/office/drawing/2014/main" id="{7A90837B-EFC2-43D2-9193-5F0F7B002DB4}"/>
                </a:ext>
              </a:extLst>
            </p:cNvPr>
            <p:cNvSpPr/>
            <p:nvPr/>
          </p:nvSpPr>
          <p:spPr>
            <a:xfrm>
              <a:off x="4434457" y="4857658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218" name="矩形 217">
              <a:extLst>
                <a:ext uri="{FF2B5EF4-FFF2-40B4-BE49-F238E27FC236}">
                  <a16:creationId xmlns:a16="http://schemas.microsoft.com/office/drawing/2014/main" id="{FEE6858A-28FC-4178-98B3-9BF7E6F50500}"/>
                </a:ext>
              </a:extLst>
            </p:cNvPr>
            <p:cNvSpPr/>
            <p:nvPr/>
          </p:nvSpPr>
          <p:spPr>
            <a:xfrm>
              <a:off x="4960392" y="4857658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219" name="矩形 218">
              <a:extLst>
                <a:ext uri="{FF2B5EF4-FFF2-40B4-BE49-F238E27FC236}">
                  <a16:creationId xmlns:a16="http://schemas.microsoft.com/office/drawing/2014/main" id="{7D3C4D34-CB9D-49D7-A145-0B7B2658691D}"/>
                </a:ext>
              </a:extLst>
            </p:cNvPr>
            <p:cNvSpPr/>
            <p:nvPr/>
          </p:nvSpPr>
          <p:spPr>
            <a:xfrm>
              <a:off x="5486327" y="4857659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220" name="矩形 219">
              <a:extLst>
                <a:ext uri="{FF2B5EF4-FFF2-40B4-BE49-F238E27FC236}">
                  <a16:creationId xmlns:a16="http://schemas.microsoft.com/office/drawing/2014/main" id="{5D0F9C83-52B5-4CFA-B830-3F808AF6F37F}"/>
                </a:ext>
              </a:extLst>
            </p:cNvPr>
            <p:cNvSpPr/>
            <p:nvPr/>
          </p:nvSpPr>
          <p:spPr>
            <a:xfrm>
              <a:off x="6012262" y="4857658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221" name="矩形 220">
              <a:extLst>
                <a:ext uri="{FF2B5EF4-FFF2-40B4-BE49-F238E27FC236}">
                  <a16:creationId xmlns:a16="http://schemas.microsoft.com/office/drawing/2014/main" id="{781EC8F7-8C4B-45E2-BCFE-0BB62AF55282}"/>
                </a:ext>
              </a:extLst>
            </p:cNvPr>
            <p:cNvSpPr/>
            <p:nvPr/>
          </p:nvSpPr>
          <p:spPr>
            <a:xfrm>
              <a:off x="6538197" y="4857658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222" name="矩形 221">
              <a:extLst>
                <a:ext uri="{FF2B5EF4-FFF2-40B4-BE49-F238E27FC236}">
                  <a16:creationId xmlns:a16="http://schemas.microsoft.com/office/drawing/2014/main" id="{B3802EEC-108D-42C4-B4C1-565978632C4D}"/>
                </a:ext>
              </a:extLst>
            </p:cNvPr>
            <p:cNvSpPr/>
            <p:nvPr/>
          </p:nvSpPr>
          <p:spPr>
            <a:xfrm>
              <a:off x="7064132" y="4857657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cxnSp>
          <p:nvCxnSpPr>
            <p:cNvPr id="223" name="直接连接符 222">
              <a:extLst>
                <a:ext uri="{FF2B5EF4-FFF2-40B4-BE49-F238E27FC236}">
                  <a16:creationId xmlns:a16="http://schemas.microsoft.com/office/drawing/2014/main" id="{713B65E3-F4FD-4F32-8DA4-B24D2AD4E131}"/>
                </a:ext>
              </a:extLst>
            </p:cNvPr>
            <p:cNvCxnSpPr>
              <a:cxnSpLocks/>
            </p:cNvCxnSpPr>
            <p:nvPr/>
          </p:nvCxnSpPr>
          <p:spPr>
            <a:xfrm>
              <a:off x="4960391" y="2227983"/>
              <a:ext cx="432000" cy="432000"/>
            </a:xfrm>
            <a:prstGeom prst="line">
              <a:avLst/>
            </a:prstGeom>
            <a:ln w="38100">
              <a:solidFill>
                <a:srgbClr val="0070C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直接连接符 223">
              <a:extLst>
                <a:ext uri="{FF2B5EF4-FFF2-40B4-BE49-F238E27FC236}">
                  <a16:creationId xmlns:a16="http://schemas.microsoft.com/office/drawing/2014/main" id="{65C39BCD-DD11-48D5-AC0D-A9FC1C9D4D28}"/>
                </a:ext>
              </a:extLst>
            </p:cNvPr>
            <p:cNvCxnSpPr>
              <a:cxnSpLocks/>
            </p:cNvCxnSpPr>
            <p:nvPr/>
          </p:nvCxnSpPr>
          <p:spPr>
            <a:xfrm>
              <a:off x="4434455" y="2753916"/>
              <a:ext cx="440822" cy="444775"/>
            </a:xfrm>
            <a:prstGeom prst="line">
              <a:avLst/>
            </a:prstGeom>
            <a:ln w="38100">
              <a:solidFill>
                <a:srgbClr val="A3D8FF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直接连接符 224">
              <a:extLst>
                <a:ext uri="{FF2B5EF4-FFF2-40B4-BE49-F238E27FC236}">
                  <a16:creationId xmlns:a16="http://schemas.microsoft.com/office/drawing/2014/main" id="{FCF3D702-AE98-480D-A1AA-041F851AF960}"/>
                </a:ext>
              </a:extLst>
            </p:cNvPr>
            <p:cNvCxnSpPr>
              <a:cxnSpLocks/>
              <a:endCxn id="318" idx="1"/>
            </p:cNvCxnSpPr>
            <p:nvPr/>
          </p:nvCxnSpPr>
          <p:spPr>
            <a:xfrm>
              <a:off x="6012262" y="2753915"/>
              <a:ext cx="448376" cy="432641"/>
            </a:xfrm>
            <a:prstGeom prst="line">
              <a:avLst/>
            </a:prstGeom>
            <a:ln w="38100">
              <a:solidFill>
                <a:srgbClr val="A3D8FF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直接连接符 225">
              <a:extLst>
                <a:ext uri="{FF2B5EF4-FFF2-40B4-BE49-F238E27FC236}">
                  <a16:creationId xmlns:a16="http://schemas.microsoft.com/office/drawing/2014/main" id="{AB830E3A-E2A6-4DAC-8ADD-5C1BD9990C79}"/>
                </a:ext>
              </a:extLst>
            </p:cNvPr>
            <p:cNvCxnSpPr>
              <a:cxnSpLocks/>
            </p:cNvCxnSpPr>
            <p:nvPr/>
          </p:nvCxnSpPr>
          <p:spPr>
            <a:xfrm>
              <a:off x="7063377" y="3275902"/>
              <a:ext cx="444538" cy="444771"/>
            </a:xfrm>
            <a:prstGeom prst="line">
              <a:avLst/>
            </a:prstGeom>
            <a:ln w="38100">
              <a:solidFill>
                <a:srgbClr val="A3D8FF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直接连接符 226">
              <a:extLst>
                <a:ext uri="{FF2B5EF4-FFF2-40B4-BE49-F238E27FC236}">
                  <a16:creationId xmlns:a16="http://schemas.microsoft.com/office/drawing/2014/main" id="{518ACB75-D49A-4ADC-AFCE-61655A81302E}"/>
                </a:ext>
              </a:extLst>
            </p:cNvPr>
            <p:cNvCxnSpPr>
              <a:cxnSpLocks/>
            </p:cNvCxnSpPr>
            <p:nvPr/>
          </p:nvCxnSpPr>
          <p:spPr>
            <a:xfrm>
              <a:off x="3908519" y="3279856"/>
              <a:ext cx="976675" cy="972116"/>
            </a:xfrm>
            <a:prstGeom prst="line">
              <a:avLst/>
            </a:prstGeom>
            <a:ln w="38100">
              <a:solidFill>
                <a:srgbClr val="A3D8FF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直接连接符 227">
              <a:extLst>
                <a:ext uri="{FF2B5EF4-FFF2-40B4-BE49-F238E27FC236}">
                  <a16:creationId xmlns:a16="http://schemas.microsoft.com/office/drawing/2014/main" id="{2FFB9F32-E418-46AC-B07B-BF905B3E5EC4}"/>
                </a:ext>
              </a:extLst>
            </p:cNvPr>
            <p:cNvCxnSpPr>
              <a:cxnSpLocks/>
            </p:cNvCxnSpPr>
            <p:nvPr/>
          </p:nvCxnSpPr>
          <p:spPr>
            <a:xfrm>
              <a:off x="5486324" y="3279856"/>
              <a:ext cx="969758" cy="966937"/>
            </a:xfrm>
            <a:prstGeom prst="line">
              <a:avLst/>
            </a:prstGeom>
            <a:ln w="38100">
              <a:solidFill>
                <a:srgbClr val="0070C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直接连接符 228">
              <a:extLst>
                <a:ext uri="{FF2B5EF4-FFF2-40B4-BE49-F238E27FC236}">
                  <a16:creationId xmlns:a16="http://schemas.microsoft.com/office/drawing/2014/main" id="{BB0526AE-4C3C-4B93-92F2-D5AE92307601}"/>
                </a:ext>
              </a:extLst>
            </p:cNvPr>
            <p:cNvCxnSpPr>
              <a:cxnSpLocks/>
            </p:cNvCxnSpPr>
            <p:nvPr/>
          </p:nvCxnSpPr>
          <p:spPr>
            <a:xfrm>
              <a:off x="7056018" y="4324658"/>
              <a:ext cx="453177" cy="447843"/>
            </a:xfrm>
            <a:prstGeom prst="line">
              <a:avLst/>
            </a:prstGeom>
            <a:ln w="38100">
              <a:solidFill>
                <a:srgbClr val="0070C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直接连接符 229">
              <a:extLst>
                <a:ext uri="{FF2B5EF4-FFF2-40B4-BE49-F238E27FC236}">
                  <a16:creationId xmlns:a16="http://schemas.microsoft.com/office/drawing/2014/main" id="{F05D24C1-A95D-400F-8AFF-243B218E1648}"/>
                </a:ext>
              </a:extLst>
            </p:cNvPr>
            <p:cNvCxnSpPr/>
            <p:nvPr/>
          </p:nvCxnSpPr>
          <p:spPr>
            <a:xfrm>
              <a:off x="3908517" y="4331722"/>
              <a:ext cx="525935" cy="525935"/>
            </a:xfrm>
            <a:prstGeom prst="line">
              <a:avLst/>
            </a:prstGeom>
            <a:ln w="38100">
              <a:solidFill>
                <a:srgbClr val="A3D8FF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直接连接符 230">
              <a:extLst>
                <a:ext uri="{FF2B5EF4-FFF2-40B4-BE49-F238E27FC236}">
                  <a16:creationId xmlns:a16="http://schemas.microsoft.com/office/drawing/2014/main" id="{C61B9442-A906-476D-970E-64646F60A33B}"/>
                </a:ext>
              </a:extLst>
            </p:cNvPr>
            <p:cNvCxnSpPr>
              <a:cxnSpLocks/>
            </p:cNvCxnSpPr>
            <p:nvPr/>
          </p:nvCxnSpPr>
          <p:spPr>
            <a:xfrm>
              <a:off x="4960385" y="4857656"/>
              <a:ext cx="444077" cy="430427"/>
            </a:xfrm>
            <a:prstGeom prst="line">
              <a:avLst/>
            </a:prstGeom>
            <a:ln w="38100">
              <a:solidFill>
                <a:srgbClr val="A3D8FF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直接连接符 231">
              <a:extLst>
                <a:ext uri="{FF2B5EF4-FFF2-40B4-BE49-F238E27FC236}">
                  <a16:creationId xmlns:a16="http://schemas.microsoft.com/office/drawing/2014/main" id="{D404B304-6DB7-4458-ACF5-E14154CCF04D}"/>
                </a:ext>
              </a:extLst>
            </p:cNvPr>
            <p:cNvCxnSpPr>
              <a:cxnSpLocks/>
            </p:cNvCxnSpPr>
            <p:nvPr/>
          </p:nvCxnSpPr>
          <p:spPr>
            <a:xfrm>
              <a:off x="5486319" y="4331719"/>
              <a:ext cx="447705" cy="444361"/>
            </a:xfrm>
            <a:prstGeom prst="line">
              <a:avLst/>
            </a:prstGeom>
            <a:ln w="38100">
              <a:solidFill>
                <a:srgbClr val="A3D8FF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3" name="组合 232">
              <a:extLst>
                <a:ext uri="{FF2B5EF4-FFF2-40B4-BE49-F238E27FC236}">
                  <a16:creationId xmlns:a16="http://schemas.microsoft.com/office/drawing/2014/main" id="{7DCF12C4-A16F-49A8-AC6F-00C8B2BAF4FB}"/>
                </a:ext>
              </a:extLst>
            </p:cNvPr>
            <p:cNvGrpSpPr/>
            <p:nvPr/>
          </p:nvGrpSpPr>
          <p:grpSpPr>
            <a:xfrm>
              <a:off x="3758045" y="1794668"/>
              <a:ext cx="3981174" cy="369332"/>
              <a:chOff x="5729720" y="203993"/>
              <a:chExt cx="3981174" cy="369332"/>
            </a:xfrm>
          </p:grpSpPr>
          <p:sp>
            <p:nvSpPr>
              <p:cNvPr id="370" name="文本框 369">
                <a:extLst>
                  <a:ext uri="{FF2B5EF4-FFF2-40B4-BE49-F238E27FC236}">
                    <a16:creationId xmlns:a16="http://schemas.microsoft.com/office/drawing/2014/main" id="{D68BD362-80EE-4524-8038-2DAEE78CAD4E}"/>
                  </a:ext>
                </a:extLst>
              </p:cNvPr>
              <p:cNvSpPr txBox="1"/>
              <p:nvPr/>
            </p:nvSpPr>
            <p:spPr>
              <a:xfrm>
                <a:off x="5729720" y="203993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8CCB9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0</a:t>
                </a:r>
                <a:endParaRPr lang="zh-CN" altLang="en-US" dirty="0">
                  <a:solidFill>
                    <a:srgbClr val="F8CCB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371" name="文本框 370">
                <a:extLst>
                  <a:ext uri="{FF2B5EF4-FFF2-40B4-BE49-F238E27FC236}">
                    <a16:creationId xmlns:a16="http://schemas.microsoft.com/office/drawing/2014/main" id="{72F6D018-8D86-4EDA-910E-5657CDF89E61}"/>
                  </a:ext>
                </a:extLst>
              </p:cNvPr>
              <p:cNvSpPr txBox="1"/>
              <p:nvPr/>
            </p:nvSpPr>
            <p:spPr>
              <a:xfrm>
                <a:off x="6255655" y="203993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8CCB9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1</a:t>
                </a:r>
                <a:endParaRPr lang="zh-CN" altLang="en-US" dirty="0">
                  <a:solidFill>
                    <a:srgbClr val="F8CCB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372" name="文本框 371">
                <a:extLst>
                  <a:ext uri="{FF2B5EF4-FFF2-40B4-BE49-F238E27FC236}">
                    <a16:creationId xmlns:a16="http://schemas.microsoft.com/office/drawing/2014/main" id="{9899EA34-2607-4F8C-86DE-059B565C80C3}"/>
                  </a:ext>
                </a:extLst>
              </p:cNvPr>
              <p:cNvSpPr txBox="1"/>
              <p:nvPr/>
            </p:nvSpPr>
            <p:spPr>
              <a:xfrm>
                <a:off x="6781590" y="203993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8CCB9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2</a:t>
                </a:r>
                <a:endParaRPr lang="zh-CN" altLang="en-US" dirty="0">
                  <a:solidFill>
                    <a:srgbClr val="F8CCB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373" name="文本框 372">
                <a:extLst>
                  <a:ext uri="{FF2B5EF4-FFF2-40B4-BE49-F238E27FC236}">
                    <a16:creationId xmlns:a16="http://schemas.microsoft.com/office/drawing/2014/main" id="{001E6D94-CB70-4539-8F65-0B6CCC11460E}"/>
                  </a:ext>
                </a:extLst>
              </p:cNvPr>
              <p:cNvSpPr txBox="1"/>
              <p:nvPr/>
            </p:nvSpPr>
            <p:spPr>
              <a:xfrm>
                <a:off x="7307528" y="203993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8CCB9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3</a:t>
                </a:r>
                <a:endParaRPr lang="zh-CN" altLang="en-US" dirty="0">
                  <a:solidFill>
                    <a:srgbClr val="F8CCB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374" name="文本框 373">
                <a:extLst>
                  <a:ext uri="{FF2B5EF4-FFF2-40B4-BE49-F238E27FC236}">
                    <a16:creationId xmlns:a16="http://schemas.microsoft.com/office/drawing/2014/main" id="{0320577A-810A-43C6-B9B9-44E0DF4C7D1F}"/>
                  </a:ext>
                </a:extLst>
              </p:cNvPr>
              <p:cNvSpPr txBox="1"/>
              <p:nvPr/>
            </p:nvSpPr>
            <p:spPr>
              <a:xfrm>
                <a:off x="7833463" y="203993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8CCB9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4</a:t>
                </a:r>
                <a:endParaRPr lang="zh-CN" altLang="en-US" dirty="0">
                  <a:solidFill>
                    <a:srgbClr val="F8CCB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375" name="文本框 374">
                <a:extLst>
                  <a:ext uri="{FF2B5EF4-FFF2-40B4-BE49-F238E27FC236}">
                    <a16:creationId xmlns:a16="http://schemas.microsoft.com/office/drawing/2014/main" id="{8232E069-5E12-47DE-8E82-6E6C97063128}"/>
                  </a:ext>
                </a:extLst>
              </p:cNvPr>
              <p:cNvSpPr txBox="1"/>
              <p:nvPr/>
            </p:nvSpPr>
            <p:spPr>
              <a:xfrm>
                <a:off x="8359398" y="203993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8CCB9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5</a:t>
                </a:r>
                <a:endParaRPr lang="zh-CN" altLang="en-US" dirty="0">
                  <a:solidFill>
                    <a:srgbClr val="F8CCB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376" name="文本框 375">
                <a:extLst>
                  <a:ext uri="{FF2B5EF4-FFF2-40B4-BE49-F238E27FC236}">
                    <a16:creationId xmlns:a16="http://schemas.microsoft.com/office/drawing/2014/main" id="{5E37A059-39E3-48AB-B39B-2FF0B651A93D}"/>
                  </a:ext>
                </a:extLst>
              </p:cNvPr>
              <p:cNvSpPr txBox="1"/>
              <p:nvPr/>
            </p:nvSpPr>
            <p:spPr>
              <a:xfrm>
                <a:off x="8884016" y="203993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8CCB9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6</a:t>
                </a:r>
                <a:endParaRPr lang="zh-CN" altLang="en-US" dirty="0">
                  <a:solidFill>
                    <a:srgbClr val="F8CCB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377" name="文本框 376">
                <a:extLst>
                  <a:ext uri="{FF2B5EF4-FFF2-40B4-BE49-F238E27FC236}">
                    <a16:creationId xmlns:a16="http://schemas.microsoft.com/office/drawing/2014/main" id="{A6259835-89BA-45C2-95C6-AFC02E87C6AA}"/>
                  </a:ext>
                </a:extLst>
              </p:cNvPr>
              <p:cNvSpPr txBox="1"/>
              <p:nvPr/>
            </p:nvSpPr>
            <p:spPr>
              <a:xfrm>
                <a:off x="9409951" y="203993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8CCB9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7</a:t>
                </a:r>
                <a:endParaRPr lang="zh-CN" altLang="en-US" dirty="0">
                  <a:solidFill>
                    <a:srgbClr val="F8CCB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</p:grpSp>
        <p:grpSp>
          <p:nvGrpSpPr>
            <p:cNvPr id="234" name="组合 233">
              <a:extLst>
                <a:ext uri="{FF2B5EF4-FFF2-40B4-BE49-F238E27FC236}">
                  <a16:creationId xmlns:a16="http://schemas.microsoft.com/office/drawing/2014/main" id="{AA1166EA-A497-4E4B-AD56-4DA831734D69}"/>
                </a:ext>
              </a:extLst>
            </p:cNvPr>
            <p:cNvGrpSpPr/>
            <p:nvPr/>
          </p:nvGrpSpPr>
          <p:grpSpPr>
            <a:xfrm>
              <a:off x="3533049" y="2043317"/>
              <a:ext cx="300944" cy="3524855"/>
              <a:chOff x="5504724" y="452642"/>
              <a:chExt cx="300944" cy="3524855"/>
            </a:xfrm>
          </p:grpSpPr>
          <p:sp>
            <p:nvSpPr>
              <p:cNvPr id="363" name="文本框 362">
                <a:extLst>
                  <a:ext uri="{FF2B5EF4-FFF2-40B4-BE49-F238E27FC236}">
                    <a16:creationId xmlns:a16="http://schemas.microsoft.com/office/drawing/2014/main" id="{AF2B7124-48BB-4AC5-A9C8-D10C0C9FBF32}"/>
                  </a:ext>
                </a:extLst>
              </p:cNvPr>
              <p:cNvSpPr txBox="1"/>
              <p:nvPr/>
            </p:nvSpPr>
            <p:spPr>
              <a:xfrm>
                <a:off x="5504725" y="452642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8CCB9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0</a:t>
                </a:r>
                <a:endParaRPr lang="zh-CN" altLang="en-US" dirty="0">
                  <a:solidFill>
                    <a:srgbClr val="F8CCB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364" name="文本框 363">
                <a:extLst>
                  <a:ext uri="{FF2B5EF4-FFF2-40B4-BE49-F238E27FC236}">
                    <a16:creationId xmlns:a16="http://schemas.microsoft.com/office/drawing/2014/main" id="{4B2066AB-BEDC-414D-9083-5840EA76D003}"/>
                  </a:ext>
                </a:extLst>
              </p:cNvPr>
              <p:cNvSpPr txBox="1"/>
              <p:nvPr/>
            </p:nvSpPr>
            <p:spPr>
              <a:xfrm>
                <a:off x="5504725" y="978573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8CCB9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1</a:t>
                </a:r>
                <a:endParaRPr lang="zh-CN" altLang="en-US" dirty="0">
                  <a:solidFill>
                    <a:srgbClr val="F8CCB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365" name="文本框 364">
                <a:extLst>
                  <a:ext uri="{FF2B5EF4-FFF2-40B4-BE49-F238E27FC236}">
                    <a16:creationId xmlns:a16="http://schemas.microsoft.com/office/drawing/2014/main" id="{14C48911-967B-4ECB-BD77-82347D601606}"/>
                  </a:ext>
                </a:extLst>
              </p:cNvPr>
              <p:cNvSpPr txBox="1"/>
              <p:nvPr/>
            </p:nvSpPr>
            <p:spPr>
              <a:xfrm>
                <a:off x="5504725" y="1504504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8CCB9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2</a:t>
                </a:r>
                <a:endParaRPr lang="zh-CN" altLang="en-US" dirty="0">
                  <a:solidFill>
                    <a:srgbClr val="F8CCB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366" name="文本框 365">
                <a:extLst>
                  <a:ext uri="{FF2B5EF4-FFF2-40B4-BE49-F238E27FC236}">
                    <a16:creationId xmlns:a16="http://schemas.microsoft.com/office/drawing/2014/main" id="{CCB9B2BD-5EA1-41E4-8E55-5EA327CBE5E4}"/>
                  </a:ext>
                </a:extLst>
              </p:cNvPr>
              <p:cNvSpPr txBox="1"/>
              <p:nvPr/>
            </p:nvSpPr>
            <p:spPr>
              <a:xfrm>
                <a:off x="5504725" y="2030372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8CCB9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3</a:t>
                </a:r>
                <a:endParaRPr lang="zh-CN" altLang="en-US" dirty="0">
                  <a:solidFill>
                    <a:srgbClr val="F8CCB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367" name="文本框 366">
                <a:extLst>
                  <a:ext uri="{FF2B5EF4-FFF2-40B4-BE49-F238E27FC236}">
                    <a16:creationId xmlns:a16="http://schemas.microsoft.com/office/drawing/2014/main" id="{42C50573-7CF2-4005-ADCD-60E8CE88CF61}"/>
                  </a:ext>
                </a:extLst>
              </p:cNvPr>
              <p:cNvSpPr txBox="1"/>
              <p:nvPr/>
            </p:nvSpPr>
            <p:spPr>
              <a:xfrm>
                <a:off x="5504725" y="2556303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8CCB9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4</a:t>
                </a:r>
                <a:endParaRPr lang="zh-CN" altLang="en-US" dirty="0">
                  <a:solidFill>
                    <a:srgbClr val="F8CCB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368" name="文本框 367">
                <a:extLst>
                  <a:ext uri="{FF2B5EF4-FFF2-40B4-BE49-F238E27FC236}">
                    <a16:creationId xmlns:a16="http://schemas.microsoft.com/office/drawing/2014/main" id="{48B51A17-3312-4BE6-9876-AB8B7DA7CB30}"/>
                  </a:ext>
                </a:extLst>
              </p:cNvPr>
              <p:cNvSpPr txBox="1"/>
              <p:nvPr/>
            </p:nvSpPr>
            <p:spPr>
              <a:xfrm>
                <a:off x="5504725" y="3082234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8CCB9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5</a:t>
                </a:r>
                <a:endParaRPr lang="zh-CN" altLang="en-US" dirty="0">
                  <a:solidFill>
                    <a:srgbClr val="F8CCB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369" name="文本框 368">
                <a:extLst>
                  <a:ext uri="{FF2B5EF4-FFF2-40B4-BE49-F238E27FC236}">
                    <a16:creationId xmlns:a16="http://schemas.microsoft.com/office/drawing/2014/main" id="{81CA1871-15BF-4873-9E9F-4A3B076F75B0}"/>
                  </a:ext>
                </a:extLst>
              </p:cNvPr>
              <p:cNvSpPr txBox="1"/>
              <p:nvPr/>
            </p:nvSpPr>
            <p:spPr>
              <a:xfrm>
                <a:off x="5504724" y="3608165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8CCB9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6</a:t>
                </a:r>
                <a:endParaRPr lang="zh-CN" altLang="en-US" dirty="0">
                  <a:solidFill>
                    <a:srgbClr val="F8CCB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</p:grpSp>
        <p:grpSp>
          <p:nvGrpSpPr>
            <p:cNvPr id="235" name="组合 234">
              <a:extLst>
                <a:ext uri="{FF2B5EF4-FFF2-40B4-BE49-F238E27FC236}">
                  <a16:creationId xmlns:a16="http://schemas.microsoft.com/office/drawing/2014/main" id="{D07DC87A-CFA9-43EE-8E6B-E4E092801B57}"/>
                </a:ext>
              </a:extLst>
            </p:cNvPr>
            <p:cNvGrpSpPr/>
            <p:nvPr/>
          </p:nvGrpSpPr>
          <p:grpSpPr>
            <a:xfrm>
              <a:off x="4021012" y="2306284"/>
              <a:ext cx="3944963" cy="3510625"/>
              <a:chOff x="3349410" y="2487422"/>
              <a:chExt cx="3944963" cy="3510625"/>
            </a:xfrm>
          </p:grpSpPr>
          <p:sp>
            <p:nvSpPr>
              <p:cNvPr id="350" name="文本框 349">
                <a:extLst>
                  <a:ext uri="{FF2B5EF4-FFF2-40B4-BE49-F238E27FC236}">
                    <a16:creationId xmlns:a16="http://schemas.microsoft.com/office/drawing/2014/main" id="{12F1F0F1-53C6-496D-8700-37169A2C5B9E}"/>
                  </a:ext>
                </a:extLst>
              </p:cNvPr>
              <p:cNvSpPr txBox="1"/>
              <p:nvPr/>
            </p:nvSpPr>
            <p:spPr>
              <a:xfrm>
                <a:off x="6988541" y="2487422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DEFE8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C</a:t>
                </a:r>
                <a:endParaRPr lang="zh-CN" altLang="en-US" dirty="0">
                  <a:solidFill>
                    <a:srgbClr val="FDEFE8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351" name="文本框 350">
                <a:extLst>
                  <a:ext uri="{FF2B5EF4-FFF2-40B4-BE49-F238E27FC236}">
                    <a16:creationId xmlns:a16="http://schemas.microsoft.com/office/drawing/2014/main" id="{78617CA4-F19B-461E-B45F-14E77170E485}"/>
                  </a:ext>
                </a:extLst>
              </p:cNvPr>
              <p:cNvSpPr txBox="1"/>
              <p:nvPr/>
            </p:nvSpPr>
            <p:spPr>
              <a:xfrm>
                <a:off x="6988541" y="3013354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DEFE8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B</a:t>
                </a:r>
                <a:endParaRPr lang="zh-CN" altLang="en-US" dirty="0">
                  <a:solidFill>
                    <a:srgbClr val="FDEFE8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352" name="文本框 351">
                <a:extLst>
                  <a:ext uri="{FF2B5EF4-FFF2-40B4-BE49-F238E27FC236}">
                    <a16:creationId xmlns:a16="http://schemas.microsoft.com/office/drawing/2014/main" id="{128CD0EB-9306-48B3-AF49-A9BCDC678D57}"/>
                  </a:ext>
                </a:extLst>
              </p:cNvPr>
              <p:cNvSpPr txBox="1"/>
              <p:nvPr/>
            </p:nvSpPr>
            <p:spPr>
              <a:xfrm>
                <a:off x="6993430" y="3538566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DEFE8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A</a:t>
                </a:r>
                <a:endParaRPr lang="zh-CN" altLang="en-US" dirty="0">
                  <a:solidFill>
                    <a:srgbClr val="FDEFE8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353" name="文本框 352">
                <a:extLst>
                  <a:ext uri="{FF2B5EF4-FFF2-40B4-BE49-F238E27FC236}">
                    <a16:creationId xmlns:a16="http://schemas.microsoft.com/office/drawing/2014/main" id="{4296E5FE-53D3-4528-9A64-E6BF386933CD}"/>
                  </a:ext>
                </a:extLst>
              </p:cNvPr>
              <p:cNvSpPr txBox="1"/>
              <p:nvPr/>
            </p:nvSpPr>
            <p:spPr>
              <a:xfrm>
                <a:off x="6988541" y="4063778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DEFE8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B</a:t>
                </a:r>
                <a:endParaRPr lang="zh-CN" altLang="en-US" dirty="0">
                  <a:solidFill>
                    <a:srgbClr val="FDEFE8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354" name="文本框 353">
                <a:extLst>
                  <a:ext uri="{FF2B5EF4-FFF2-40B4-BE49-F238E27FC236}">
                    <a16:creationId xmlns:a16="http://schemas.microsoft.com/office/drawing/2014/main" id="{BB0B28EC-7C4B-4F42-B909-C8C1638AFC82}"/>
                  </a:ext>
                </a:extLst>
              </p:cNvPr>
              <p:cNvSpPr txBox="1"/>
              <p:nvPr/>
            </p:nvSpPr>
            <p:spPr>
              <a:xfrm>
                <a:off x="6990052" y="4588990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DEFE8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A</a:t>
                </a:r>
                <a:endParaRPr lang="zh-CN" altLang="en-US" dirty="0">
                  <a:solidFill>
                    <a:srgbClr val="FDEFE8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355" name="文本框 354">
                <a:extLst>
                  <a:ext uri="{FF2B5EF4-FFF2-40B4-BE49-F238E27FC236}">
                    <a16:creationId xmlns:a16="http://schemas.microsoft.com/office/drawing/2014/main" id="{1F5CC163-BE3A-4CC7-AE22-E64052828696}"/>
                  </a:ext>
                </a:extLst>
              </p:cNvPr>
              <p:cNvSpPr txBox="1"/>
              <p:nvPr/>
            </p:nvSpPr>
            <p:spPr>
              <a:xfrm>
                <a:off x="6988541" y="5114202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DEFE8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C</a:t>
                </a:r>
                <a:endParaRPr lang="zh-CN" altLang="en-US" dirty="0">
                  <a:solidFill>
                    <a:srgbClr val="FDEFE8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356" name="文本框 355">
                <a:extLst>
                  <a:ext uri="{FF2B5EF4-FFF2-40B4-BE49-F238E27FC236}">
                    <a16:creationId xmlns:a16="http://schemas.microsoft.com/office/drawing/2014/main" id="{A01FB9D5-60D2-4BDF-A8CB-5CE709E98277}"/>
                  </a:ext>
                </a:extLst>
              </p:cNvPr>
              <p:cNvSpPr txBox="1"/>
              <p:nvPr/>
            </p:nvSpPr>
            <p:spPr>
              <a:xfrm>
                <a:off x="3349410" y="5628715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DEFE8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A</a:t>
                </a:r>
                <a:endParaRPr lang="zh-CN" altLang="en-US" dirty="0">
                  <a:solidFill>
                    <a:srgbClr val="FDEFE8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357" name="文本框 356">
                <a:extLst>
                  <a:ext uri="{FF2B5EF4-FFF2-40B4-BE49-F238E27FC236}">
                    <a16:creationId xmlns:a16="http://schemas.microsoft.com/office/drawing/2014/main" id="{1E7AC1DE-40FC-4692-98F5-F489BD39AD56}"/>
                  </a:ext>
                </a:extLst>
              </p:cNvPr>
              <p:cNvSpPr txBox="1"/>
              <p:nvPr/>
            </p:nvSpPr>
            <p:spPr>
              <a:xfrm>
                <a:off x="3870256" y="5628715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DEFE8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B</a:t>
                </a:r>
                <a:endParaRPr lang="zh-CN" altLang="en-US" dirty="0">
                  <a:solidFill>
                    <a:srgbClr val="FDEFE8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358" name="文本框 357">
                <a:extLst>
                  <a:ext uri="{FF2B5EF4-FFF2-40B4-BE49-F238E27FC236}">
                    <a16:creationId xmlns:a16="http://schemas.microsoft.com/office/drawing/2014/main" id="{5BDB7472-66D3-4052-B5D4-81DBB1F760EA}"/>
                  </a:ext>
                </a:extLst>
              </p:cNvPr>
              <p:cNvSpPr txBox="1"/>
              <p:nvPr/>
            </p:nvSpPr>
            <p:spPr>
              <a:xfrm>
                <a:off x="4401278" y="5628715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DEFE8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C</a:t>
                </a:r>
                <a:endParaRPr lang="zh-CN" altLang="en-US" dirty="0">
                  <a:solidFill>
                    <a:srgbClr val="FDEFE8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359" name="文本框 358">
                <a:extLst>
                  <a:ext uri="{FF2B5EF4-FFF2-40B4-BE49-F238E27FC236}">
                    <a16:creationId xmlns:a16="http://schemas.microsoft.com/office/drawing/2014/main" id="{CFA1B68B-4691-4943-A93C-B7D81D20E475}"/>
                  </a:ext>
                </a:extLst>
              </p:cNvPr>
              <p:cNvSpPr txBox="1"/>
              <p:nvPr/>
            </p:nvSpPr>
            <p:spPr>
              <a:xfrm>
                <a:off x="4927212" y="5628715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DEFE8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A</a:t>
                </a:r>
                <a:endParaRPr lang="zh-CN" altLang="en-US" dirty="0">
                  <a:solidFill>
                    <a:srgbClr val="FDEFE8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360" name="文本框 359">
                <a:extLst>
                  <a:ext uri="{FF2B5EF4-FFF2-40B4-BE49-F238E27FC236}">
                    <a16:creationId xmlns:a16="http://schemas.microsoft.com/office/drawing/2014/main" id="{E16638DB-4780-4B12-B6D4-DE46652A7BF7}"/>
                  </a:ext>
                </a:extLst>
              </p:cNvPr>
              <p:cNvSpPr txBox="1"/>
              <p:nvPr/>
            </p:nvSpPr>
            <p:spPr>
              <a:xfrm>
                <a:off x="5453146" y="5628715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DEFE8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B</a:t>
                </a:r>
                <a:endParaRPr lang="zh-CN" altLang="en-US" dirty="0">
                  <a:solidFill>
                    <a:srgbClr val="FDEFE8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361" name="文本框 360">
                <a:extLst>
                  <a:ext uri="{FF2B5EF4-FFF2-40B4-BE49-F238E27FC236}">
                    <a16:creationId xmlns:a16="http://schemas.microsoft.com/office/drawing/2014/main" id="{D1D2C601-583B-4B42-B127-856BE49463BB}"/>
                  </a:ext>
                </a:extLst>
              </p:cNvPr>
              <p:cNvSpPr txBox="1"/>
              <p:nvPr/>
            </p:nvSpPr>
            <p:spPr>
              <a:xfrm>
                <a:off x="5973992" y="5628715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DEFE8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B</a:t>
                </a:r>
                <a:endParaRPr lang="zh-CN" altLang="en-US" dirty="0">
                  <a:solidFill>
                    <a:srgbClr val="FDEFE8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362" name="文本框 361">
                <a:extLst>
                  <a:ext uri="{FF2B5EF4-FFF2-40B4-BE49-F238E27FC236}">
                    <a16:creationId xmlns:a16="http://schemas.microsoft.com/office/drawing/2014/main" id="{CC184A65-FA1C-4079-9C96-108AE6149FCF}"/>
                  </a:ext>
                </a:extLst>
              </p:cNvPr>
              <p:cNvSpPr txBox="1"/>
              <p:nvPr/>
            </p:nvSpPr>
            <p:spPr>
              <a:xfrm>
                <a:off x="6505014" y="5628715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DEFE8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A</a:t>
                </a:r>
                <a:endParaRPr lang="zh-CN" altLang="en-US" dirty="0">
                  <a:solidFill>
                    <a:srgbClr val="FDEFE8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</p:grpSp>
        <p:grpSp>
          <p:nvGrpSpPr>
            <p:cNvPr id="236" name="组合 235">
              <a:extLst>
                <a:ext uri="{FF2B5EF4-FFF2-40B4-BE49-F238E27FC236}">
                  <a16:creationId xmlns:a16="http://schemas.microsoft.com/office/drawing/2014/main" id="{E4DB7DBF-F206-4AB3-A85C-91C2ABDA1317}"/>
                </a:ext>
              </a:extLst>
            </p:cNvPr>
            <p:cNvGrpSpPr/>
            <p:nvPr/>
          </p:nvGrpSpPr>
          <p:grpSpPr>
            <a:xfrm>
              <a:off x="2024024" y="108272"/>
              <a:ext cx="3783684" cy="3825182"/>
              <a:chOff x="2024024" y="108272"/>
              <a:chExt cx="3783684" cy="3825182"/>
            </a:xfrm>
          </p:grpSpPr>
          <p:sp>
            <p:nvSpPr>
              <p:cNvPr id="336" name="文本框 335">
                <a:extLst>
                  <a:ext uri="{FF2B5EF4-FFF2-40B4-BE49-F238E27FC236}">
                    <a16:creationId xmlns:a16="http://schemas.microsoft.com/office/drawing/2014/main" id="{CD2C7D25-1439-431C-B581-DF51094F2DC9}"/>
                  </a:ext>
                </a:extLst>
              </p:cNvPr>
              <p:cNvSpPr txBox="1"/>
              <p:nvPr/>
            </p:nvSpPr>
            <p:spPr>
              <a:xfrm rot="18881651">
                <a:off x="3251912" y="2172060"/>
                <a:ext cx="513379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-1</a:t>
                </a:r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337" name="文本框 336">
                <a:extLst>
                  <a:ext uri="{FF2B5EF4-FFF2-40B4-BE49-F238E27FC236}">
                    <a16:creationId xmlns:a16="http://schemas.microsoft.com/office/drawing/2014/main" id="{DBDAD787-5262-41D2-BE87-FD868B2673CA}"/>
                  </a:ext>
                </a:extLst>
              </p:cNvPr>
              <p:cNvSpPr txBox="1"/>
              <p:nvPr/>
            </p:nvSpPr>
            <p:spPr>
              <a:xfrm rot="18881651">
                <a:off x="2999402" y="2424657"/>
                <a:ext cx="513379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-2</a:t>
                </a:r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338" name="文本框 337">
                <a:extLst>
                  <a:ext uri="{FF2B5EF4-FFF2-40B4-BE49-F238E27FC236}">
                    <a16:creationId xmlns:a16="http://schemas.microsoft.com/office/drawing/2014/main" id="{7B558F0F-473B-4E2B-AA81-360C502CB3B9}"/>
                  </a:ext>
                </a:extLst>
              </p:cNvPr>
              <p:cNvSpPr txBox="1"/>
              <p:nvPr/>
            </p:nvSpPr>
            <p:spPr>
              <a:xfrm rot="18881651">
                <a:off x="2737878" y="2704797"/>
                <a:ext cx="513379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-3</a:t>
                </a:r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339" name="文本框 338">
                <a:extLst>
                  <a:ext uri="{FF2B5EF4-FFF2-40B4-BE49-F238E27FC236}">
                    <a16:creationId xmlns:a16="http://schemas.microsoft.com/office/drawing/2014/main" id="{44C407FB-4F4A-4AAC-BD0E-184AE0147A84}"/>
                  </a:ext>
                </a:extLst>
              </p:cNvPr>
              <p:cNvSpPr txBox="1"/>
              <p:nvPr/>
            </p:nvSpPr>
            <p:spPr>
              <a:xfrm rot="18881651">
                <a:off x="2471401" y="2971728"/>
                <a:ext cx="513379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-4</a:t>
                </a:r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340" name="文本框 339">
                <a:extLst>
                  <a:ext uri="{FF2B5EF4-FFF2-40B4-BE49-F238E27FC236}">
                    <a16:creationId xmlns:a16="http://schemas.microsoft.com/office/drawing/2014/main" id="{93DC918E-ED6E-4F13-86EB-1C4B29E0DA1D}"/>
                  </a:ext>
                </a:extLst>
              </p:cNvPr>
              <p:cNvSpPr txBox="1"/>
              <p:nvPr/>
            </p:nvSpPr>
            <p:spPr>
              <a:xfrm rot="18881651">
                <a:off x="2203386" y="3235295"/>
                <a:ext cx="513379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-5</a:t>
                </a:r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341" name="文本框 340">
                <a:extLst>
                  <a:ext uri="{FF2B5EF4-FFF2-40B4-BE49-F238E27FC236}">
                    <a16:creationId xmlns:a16="http://schemas.microsoft.com/office/drawing/2014/main" id="{94E3A23D-718A-4CB1-B0EB-A625EF25893C}"/>
                  </a:ext>
                </a:extLst>
              </p:cNvPr>
              <p:cNvSpPr txBox="1"/>
              <p:nvPr/>
            </p:nvSpPr>
            <p:spPr>
              <a:xfrm rot="18881651">
                <a:off x="1952000" y="3492099"/>
                <a:ext cx="513379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-6</a:t>
                </a:r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342" name="文本框 341">
                <a:extLst>
                  <a:ext uri="{FF2B5EF4-FFF2-40B4-BE49-F238E27FC236}">
                    <a16:creationId xmlns:a16="http://schemas.microsoft.com/office/drawing/2014/main" id="{3E5788B5-A821-466C-8DAE-5DF7CF8F44F0}"/>
                  </a:ext>
                </a:extLst>
              </p:cNvPr>
              <p:cNvSpPr txBox="1"/>
              <p:nvPr/>
            </p:nvSpPr>
            <p:spPr>
              <a:xfrm rot="18881651">
                <a:off x="3893662" y="1639469"/>
                <a:ext cx="305617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1</a:t>
                </a:r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343" name="文本框 342">
                <a:extLst>
                  <a:ext uri="{FF2B5EF4-FFF2-40B4-BE49-F238E27FC236}">
                    <a16:creationId xmlns:a16="http://schemas.microsoft.com/office/drawing/2014/main" id="{5531C0CB-88BA-442E-BB26-AE32D0CDF2FB}"/>
                  </a:ext>
                </a:extLst>
              </p:cNvPr>
              <p:cNvSpPr txBox="1"/>
              <p:nvPr/>
            </p:nvSpPr>
            <p:spPr>
              <a:xfrm rot="18881651">
                <a:off x="4156424" y="1378960"/>
                <a:ext cx="305617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2</a:t>
                </a:r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344" name="文本框 343">
                <a:extLst>
                  <a:ext uri="{FF2B5EF4-FFF2-40B4-BE49-F238E27FC236}">
                    <a16:creationId xmlns:a16="http://schemas.microsoft.com/office/drawing/2014/main" id="{362A1620-566C-4206-9FD2-4AEC128646EB}"/>
                  </a:ext>
                </a:extLst>
              </p:cNvPr>
              <p:cNvSpPr txBox="1"/>
              <p:nvPr/>
            </p:nvSpPr>
            <p:spPr>
              <a:xfrm rot="18881651">
                <a:off x="4419186" y="1118451"/>
                <a:ext cx="305617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3</a:t>
                </a:r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345" name="文本框 344">
                <a:extLst>
                  <a:ext uri="{FF2B5EF4-FFF2-40B4-BE49-F238E27FC236}">
                    <a16:creationId xmlns:a16="http://schemas.microsoft.com/office/drawing/2014/main" id="{FCEBFF16-48B5-4A47-85F8-ABC8C8EA06D1}"/>
                  </a:ext>
                </a:extLst>
              </p:cNvPr>
              <p:cNvSpPr txBox="1"/>
              <p:nvPr/>
            </p:nvSpPr>
            <p:spPr>
              <a:xfrm rot="18881651">
                <a:off x="4681948" y="857942"/>
                <a:ext cx="305617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4</a:t>
                </a:r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346" name="文本框 345">
                <a:extLst>
                  <a:ext uri="{FF2B5EF4-FFF2-40B4-BE49-F238E27FC236}">
                    <a16:creationId xmlns:a16="http://schemas.microsoft.com/office/drawing/2014/main" id="{506EBA3E-8624-47F3-AAFE-BB2044129EDA}"/>
                  </a:ext>
                </a:extLst>
              </p:cNvPr>
              <p:cNvSpPr txBox="1"/>
              <p:nvPr/>
            </p:nvSpPr>
            <p:spPr>
              <a:xfrm rot="18881651">
                <a:off x="4944710" y="597433"/>
                <a:ext cx="305617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5</a:t>
                </a:r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347" name="文本框 346">
                <a:extLst>
                  <a:ext uri="{FF2B5EF4-FFF2-40B4-BE49-F238E27FC236}">
                    <a16:creationId xmlns:a16="http://schemas.microsoft.com/office/drawing/2014/main" id="{3734E632-090F-4699-8689-559192ED338E}"/>
                  </a:ext>
                </a:extLst>
              </p:cNvPr>
              <p:cNvSpPr txBox="1"/>
              <p:nvPr/>
            </p:nvSpPr>
            <p:spPr>
              <a:xfrm rot="18881651">
                <a:off x="5207472" y="336924"/>
                <a:ext cx="305617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6</a:t>
                </a:r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348" name="文本框 347">
                <a:extLst>
                  <a:ext uri="{FF2B5EF4-FFF2-40B4-BE49-F238E27FC236}">
                    <a16:creationId xmlns:a16="http://schemas.microsoft.com/office/drawing/2014/main" id="{028E7C12-A775-46F5-92AC-94128A868135}"/>
                  </a:ext>
                </a:extLst>
              </p:cNvPr>
              <p:cNvSpPr txBox="1"/>
              <p:nvPr/>
            </p:nvSpPr>
            <p:spPr>
              <a:xfrm rot="18881651">
                <a:off x="5470233" y="76415"/>
                <a:ext cx="305617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7</a:t>
                </a:r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349" name="文本框 348">
                <a:extLst>
                  <a:ext uri="{FF2B5EF4-FFF2-40B4-BE49-F238E27FC236}">
                    <a16:creationId xmlns:a16="http://schemas.microsoft.com/office/drawing/2014/main" id="{41688CC7-C2B2-46D6-B0ED-B671AA089D99}"/>
                  </a:ext>
                </a:extLst>
              </p:cNvPr>
              <p:cNvSpPr txBox="1"/>
              <p:nvPr/>
            </p:nvSpPr>
            <p:spPr>
              <a:xfrm rot="18881651">
                <a:off x="3630900" y="1899978"/>
                <a:ext cx="305617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0</a:t>
                </a:r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</p:grpSp>
        <p:cxnSp>
          <p:nvCxnSpPr>
            <p:cNvPr id="237" name="直接连接符 236">
              <a:extLst>
                <a:ext uri="{FF2B5EF4-FFF2-40B4-BE49-F238E27FC236}">
                  <a16:creationId xmlns:a16="http://schemas.microsoft.com/office/drawing/2014/main" id="{EEDE6122-0C9E-4077-B702-448A236572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35658" y="2224813"/>
              <a:ext cx="367568" cy="9310"/>
            </a:xfrm>
            <a:prstGeom prst="line">
              <a:avLst/>
            </a:prstGeom>
            <a:ln w="38100">
              <a:solidFill>
                <a:srgbClr val="FF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直接连接符 237">
              <a:extLst>
                <a:ext uri="{FF2B5EF4-FFF2-40B4-BE49-F238E27FC236}">
                  <a16:creationId xmlns:a16="http://schemas.microsoft.com/office/drawing/2014/main" id="{C855AF44-2227-4E86-BA00-A6DE425306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29152" y="2223950"/>
              <a:ext cx="529919" cy="4026"/>
            </a:xfrm>
            <a:prstGeom prst="line">
              <a:avLst/>
            </a:prstGeom>
            <a:ln w="38100">
              <a:solidFill>
                <a:srgbClr val="FF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直接连接符 238">
              <a:extLst>
                <a:ext uri="{FF2B5EF4-FFF2-40B4-BE49-F238E27FC236}">
                  <a16:creationId xmlns:a16="http://schemas.microsoft.com/office/drawing/2014/main" id="{B364B92B-A733-4550-96D6-1AD8FBF52C88}"/>
                </a:ext>
              </a:extLst>
            </p:cNvPr>
            <p:cNvCxnSpPr>
              <a:cxnSpLocks/>
            </p:cNvCxnSpPr>
            <p:nvPr/>
          </p:nvCxnSpPr>
          <p:spPr>
            <a:xfrm>
              <a:off x="4429152" y="2230656"/>
              <a:ext cx="2682" cy="520324"/>
            </a:xfrm>
            <a:prstGeom prst="line">
              <a:avLst/>
            </a:prstGeom>
            <a:ln w="38100">
              <a:solidFill>
                <a:srgbClr val="C5FFDF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直接连接符 239">
              <a:extLst>
                <a:ext uri="{FF2B5EF4-FFF2-40B4-BE49-F238E27FC236}">
                  <a16:creationId xmlns:a16="http://schemas.microsoft.com/office/drawing/2014/main" id="{D450F52F-2DBD-443D-9981-0552E7ABE9C6}"/>
                </a:ext>
              </a:extLst>
            </p:cNvPr>
            <p:cNvCxnSpPr>
              <a:cxnSpLocks/>
            </p:cNvCxnSpPr>
            <p:nvPr/>
          </p:nvCxnSpPr>
          <p:spPr>
            <a:xfrm>
              <a:off x="3909637" y="2220193"/>
              <a:ext cx="0" cy="404294"/>
            </a:xfrm>
            <a:prstGeom prst="line">
              <a:avLst/>
            </a:prstGeom>
            <a:ln w="38100">
              <a:solidFill>
                <a:srgbClr val="C5FFDF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直接连接符 240">
              <a:extLst>
                <a:ext uri="{FF2B5EF4-FFF2-40B4-BE49-F238E27FC236}">
                  <a16:creationId xmlns:a16="http://schemas.microsoft.com/office/drawing/2014/main" id="{C8E04CA4-8E7A-482F-BFC2-A68D7E76D7D8}"/>
                </a:ext>
              </a:extLst>
            </p:cNvPr>
            <p:cNvCxnSpPr>
              <a:cxnSpLocks/>
            </p:cNvCxnSpPr>
            <p:nvPr/>
          </p:nvCxnSpPr>
          <p:spPr>
            <a:xfrm>
              <a:off x="3905838" y="2746237"/>
              <a:ext cx="2682" cy="520324"/>
            </a:xfrm>
            <a:prstGeom prst="line">
              <a:avLst/>
            </a:prstGeom>
            <a:ln w="38100">
              <a:solidFill>
                <a:srgbClr val="C5FFDF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2" name="组合 241">
              <a:extLst>
                <a:ext uri="{FF2B5EF4-FFF2-40B4-BE49-F238E27FC236}">
                  <a16:creationId xmlns:a16="http://schemas.microsoft.com/office/drawing/2014/main" id="{4161BE4E-C2B0-4BB5-A3AA-E62AA790DFD1}"/>
                </a:ext>
              </a:extLst>
            </p:cNvPr>
            <p:cNvGrpSpPr/>
            <p:nvPr/>
          </p:nvGrpSpPr>
          <p:grpSpPr>
            <a:xfrm>
              <a:off x="3763306" y="2049457"/>
              <a:ext cx="300943" cy="369332"/>
              <a:chOff x="3763306" y="2049457"/>
              <a:chExt cx="300943" cy="369332"/>
            </a:xfrm>
          </p:grpSpPr>
          <p:sp>
            <p:nvSpPr>
              <p:cNvPr id="334" name="椭圆 333">
                <a:extLst>
                  <a:ext uri="{FF2B5EF4-FFF2-40B4-BE49-F238E27FC236}">
                    <a16:creationId xmlns:a16="http://schemas.microsoft.com/office/drawing/2014/main" id="{231378B8-DEF0-4ACD-B613-4B5C4A8E5598}"/>
                  </a:ext>
                </a:extLst>
              </p:cNvPr>
              <p:cNvSpPr/>
              <p:nvPr/>
            </p:nvSpPr>
            <p:spPr>
              <a:xfrm>
                <a:off x="3789918" y="2103685"/>
                <a:ext cx="247720" cy="247720"/>
              </a:xfrm>
              <a:prstGeom prst="ellipse">
                <a:avLst/>
              </a:prstGeom>
              <a:solidFill>
                <a:srgbClr val="D745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5" name="文本框 334">
                <a:extLst>
                  <a:ext uri="{FF2B5EF4-FFF2-40B4-BE49-F238E27FC236}">
                    <a16:creationId xmlns:a16="http://schemas.microsoft.com/office/drawing/2014/main" id="{24DBA2A1-D7D8-49BF-A3BB-7B63ACA5262E}"/>
                  </a:ext>
                </a:extLst>
              </p:cNvPr>
              <p:cNvSpPr txBox="1"/>
              <p:nvPr/>
            </p:nvSpPr>
            <p:spPr>
              <a:xfrm>
                <a:off x="3763306" y="2049457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b="1" dirty="0">
                    <a:solidFill>
                      <a:schemeClr val="bg1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0</a:t>
                </a:r>
                <a:endParaRPr lang="zh-CN" altLang="en-US" b="1" dirty="0">
                  <a:solidFill>
                    <a:schemeClr val="bg1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</p:grpSp>
        <p:grpSp>
          <p:nvGrpSpPr>
            <p:cNvPr id="243" name="组合 242">
              <a:extLst>
                <a:ext uri="{FF2B5EF4-FFF2-40B4-BE49-F238E27FC236}">
                  <a16:creationId xmlns:a16="http://schemas.microsoft.com/office/drawing/2014/main" id="{15E7D11A-80B4-4890-99BE-C2EBA84B68E8}"/>
                </a:ext>
              </a:extLst>
            </p:cNvPr>
            <p:cNvGrpSpPr/>
            <p:nvPr/>
          </p:nvGrpSpPr>
          <p:grpSpPr>
            <a:xfrm>
              <a:off x="3757878" y="2571925"/>
              <a:ext cx="300943" cy="369332"/>
              <a:chOff x="3757878" y="2571925"/>
              <a:chExt cx="300943" cy="369332"/>
            </a:xfrm>
          </p:grpSpPr>
          <p:sp>
            <p:nvSpPr>
              <p:cNvPr id="332" name="椭圆 331">
                <a:extLst>
                  <a:ext uri="{FF2B5EF4-FFF2-40B4-BE49-F238E27FC236}">
                    <a16:creationId xmlns:a16="http://schemas.microsoft.com/office/drawing/2014/main" id="{1B0DC102-A25F-4615-A125-D63BF64F2B75}"/>
                  </a:ext>
                </a:extLst>
              </p:cNvPr>
              <p:cNvSpPr/>
              <p:nvPr/>
            </p:nvSpPr>
            <p:spPr>
              <a:xfrm>
                <a:off x="3784490" y="2626153"/>
                <a:ext cx="247720" cy="247720"/>
              </a:xfrm>
              <a:prstGeom prst="ellipse">
                <a:avLst/>
              </a:prstGeom>
              <a:solidFill>
                <a:srgbClr val="F8CCB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3" name="文本框 332">
                <a:extLst>
                  <a:ext uri="{FF2B5EF4-FFF2-40B4-BE49-F238E27FC236}">
                    <a16:creationId xmlns:a16="http://schemas.microsoft.com/office/drawing/2014/main" id="{59C7027C-0E43-4027-981E-ED1CE31EB283}"/>
                  </a:ext>
                </a:extLst>
              </p:cNvPr>
              <p:cNvSpPr txBox="1"/>
              <p:nvPr/>
            </p:nvSpPr>
            <p:spPr>
              <a:xfrm>
                <a:off x="3757878" y="2571925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1</a:t>
                </a:r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</p:grpSp>
        <p:grpSp>
          <p:nvGrpSpPr>
            <p:cNvPr id="244" name="组合 243">
              <a:extLst>
                <a:ext uri="{FF2B5EF4-FFF2-40B4-BE49-F238E27FC236}">
                  <a16:creationId xmlns:a16="http://schemas.microsoft.com/office/drawing/2014/main" id="{B1B28DEB-DEF9-4A18-93EE-6E63901C8D24}"/>
                </a:ext>
              </a:extLst>
            </p:cNvPr>
            <p:cNvGrpSpPr/>
            <p:nvPr/>
          </p:nvGrpSpPr>
          <p:grpSpPr>
            <a:xfrm>
              <a:off x="4277158" y="2039397"/>
              <a:ext cx="300943" cy="369332"/>
              <a:chOff x="4277158" y="2039397"/>
              <a:chExt cx="300943" cy="369332"/>
            </a:xfrm>
          </p:grpSpPr>
          <p:sp>
            <p:nvSpPr>
              <p:cNvPr id="330" name="椭圆 329">
                <a:extLst>
                  <a:ext uri="{FF2B5EF4-FFF2-40B4-BE49-F238E27FC236}">
                    <a16:creationId xmlns:a16="http://schemas.microsoft.com/office/drawing/2014/main" id="{E6439BE1-6801-4DFD-AD84-465B8432C721}"/>
                  </a:ext>
                </a:extLst>
              </p:cNvPr>
              <p:cNvSpPr/>
              <p:nvPr/>
            </p:nvSpPr>
            <p:spPr>
              <a:xfrm>
                <a:off x="4303770" y="2093625"/>
                <a:ext cx="247720" cy="247720"/>
              </a:xfrm>
              <a:prstGeom prst="ellipse">
                <a:avLst/>
              </a:prstGeom>
              <a:solidFill>
                <a:srgbClr val="D745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1" name="文本框 330">
                <a:extLst>
                  <a:ext uri="{FF2B5EF4-FFF2-40B4-BE49-F238E27FC236}">
                    <a16:creationId xmlns:a16="http://schemas.microsoft.com/office/drawing/2014/main" id="{3E6E3351-C11A-4003-9FF4-6DF66E3A561F}"/>
                  </a:ext>
                </a:extLst>
              </p:cNvPr>
              <p:cNvSpPr txBox="1"/>
              <p:nvPr/>
            </p:nvSpPr>
            <p:spPr>
              <a:xfrm>
                <a:off x="4277158" y="2039397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b="1" dirty="0">
                    <a:solidFill>
                      <a:schemeClr val="bg1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1</a:t>
                </a:r>
                <a:endParaRPr lang="zh-CN" altLang="en-US" b="1" dirty="0">
                  <a:solidFill>
                    <a:schemeClr val="bg1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</p:grpSp>
        <p:grpSp>
          <p:nvGrpSpPr>
            <p:cNvPr id="245" name="组合 244">
              <a:extLst>
                <a:ext uri="{FF2B5EF4-FFF2-40B4-BE49-F238E27FC236}">
                  <a16:creationId xmlns:a16="http://schemas.microsoft.com/office/drawing/2014/main" id="{8E98F5BD-0FF0-4F43-8C99-780680D80FF3}"/>
                </a:ext>
              </a:extLst>
            </p:cNvPr>
            <p:cNvGrpSpPr/>
            <p:nvPr/>
          </p:nvGrpSpPr>
          <p:grpSpPr>
            <a:xfrm>
              <a:off x="5335100" y="5194825"/>
              <a:ext cx="300943" cy="369332"/>
              <a:chOff x="8650593" y="3037013"/>
              <a:chExt cx="300943" cy="369332"/>
            </a:xfrm>
          </p:grpSpPr>
          <p:sp>
            <p:nvSpPr>
              <p:cNvPr id="328" name="椭圆 327">
                <a:extLst>
                  <a:ext uri="{FF2B5EF4-FFF2-40B4-BE49-F238E27FC236}">
                    <a16:creationId xmlns:a16="http://schemas.microsoft.com/office/drawing/2014/main" id="{D8E94342-AC16-4408-B04B-4C64C11CB73E}"/>
                  </a:ext>
                </a:extLst>
              </p:cNvPr>
              <p:cNvSpPr/>
              <p:nvPr/>
            </p:nvSpPr>
            <p:spPr>
              <a:xfrm>
                <a:off x="8677205" y="3091241"/>
                <a:ext cx="247720" cy="247720"/>
              </a:xfrm>
              <a:prstGeom prst="ellipse">
                <a:avLst/>
              </a:prstGeom>
              <a:solidFill>
                <a:srgbClr val="F8CCB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9" name="文本框 328">
                <a:extLst>
                  <a:ext uri="{FF2B5EF4-FFF2-40B4-BE49-F238E27FC236}">
                    <a16:creationId xmlns:a16="http://schemas.microsoft.com/office/drawing/2014/main" id="{38ED81E3-6519-4EB2-AAF5-2710B4A09275}"/>
                  </a:ext>
                </a:extLst>
              </p:cNvPr>
              <p:cNvSpPr txBox="1"/>
              <p:nvPr/>
            </p:nvSpPr>
            <p:spPr>
              <a:xfrm>
                <a:off x="8650593" y="3037013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3</a:t>
                </a:r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</p:grpSp>
        <p:cxnSp>
          <p:nvCxnSpPr>
            <p:cNvPr id="246" name="直接连接符 245">
              <a:extLst>
                <a:ext uri="{FF2B5EF4-FFF2-40B4-BE49-F238E27FC236}">
                  <a16:creationId xmlns:a16="http://schemas.microsoft.com/office/drawing/2014/main" id="{93361B46-ED08-477C-98B1-F7F4BAED1A48}"/>
                </a:ext>
              </a:extLst>
            </p:cNvPr>
            <p:cNvCxnSpPr>
              <a:cxnSpLocks/>
            </p:cNvCxnSpPr>
            <p:nvPr/>
          </p:nvCxnSpPr>
          <p:spPr>
            <a:xfrm>
              <a:off x="5493983" y="2753914"/>
              <a:ext cx="525934" cy="0"/>
            </a:xfrm>
            <a:prstGeom prst="line">
              <a:avLst/>
            </a:prstGeom>
            <a:ln w="38100">
              <a:solidFill>
                <a:srgbClr val="FFCDCD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直接连接符 246">
              <a:extLst>
                <a:ext uri="{FF2B5EF4-FFF2-40B4-BE49-F238E27FC236}">
                  <a16:creationId xmlns:a16="http://schemas.microsoft.com/office/drawing/2014/main" id="{29B54858-2F05-44C5-86B6-19BCE0391CF4}"/>
                </a:ext>
              </a:extLst>
            </p:cNvPr>
            <p:cNvCxnSpPr>
              <a:cxnSpLocks/>
            </p:cNvCxnSpPr>
            <p:nvPr/>
          </p:nvCxnSpPr>
          <p:spPr>
            <a:xfrm>
              <a:off x="6538194" y="3281885"/>
              <a:ext cx="525934" cy="0"/>
            </a:xfrm>
            <a:prstGeom prst="line">
              <a:avLst/>
            </a:prstGeom>
            <a:ln w="38100">
              <a:solidFill>
                <a:srgbClr val="FFCDCD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直接连接符 247">
              <a:extLst>
                <a:ext uri="{FF2B5EF4-FFF2-40B4-BE49-F238E27FC236}">
                  <a16:creationId xmlns:a16="http://schemas.microsoft.com/office/drawing/2014/main" id="{AA1E0205-3BBE-4C34-B374-290C04C07FA9}"/>
                </a:ext>
              </a:extLst>
            </p:cNvPr>
            <p:cNvCxnSpPr>
              <a:cxnSpLocks/>
            </p:cNvCxnSpPr>
            <p:nvPr/>
          </p:nvCxnSpPr>
          <p:spPr>
            <a:xfrm>
              <a:off x="6543579" y="2761637"/>
              <a:ext cx="522260" cy="506675"/>
            </a:xfrm>
            <a:prstGeom prst="line">
              <a:avLst/>
            </a:prstGeom>
            <a:ln w="38100">
              <a:solidFill>
                <a:srgbClr val="A3D8FF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直接连接符 248">
              <a:extLst>
                <a:ext uri="{FF2B5EF4-FFF2-40B4-BE49-F238E27FC236}">
                  <a16:creationId xmlns:a16="http://schemas.microsoft.com/office/drawing/2014/main" id="{9938B939-3DEF-4F8A-BFED-1F573CAA204A}"/>
                </a:ext>
              </a:extLst>
            </p:cNvPr>
            <p:cNvCxnSpPr>
              <a:cxnSpLocks/>
            </p:cNvCxnSpPr>
            <p:nvPr/>
          </p:nvCxnSpPr>
          <p:spPr>
            <a:xfrm>
              <a:off x="6536877" y="3823308"/>
              <a:ext cx="522260" cy="506675"/>
            </a:xfrm>
            <a:prstGeom prst="line">
              <a:avLst/>
            </a:prstGeom>
            <a:ln w="38100">
              <a:solidFill>
                <a:srgbClr val="E6E6E6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直接连接符 249">
              <a:extLst>
                <a:ext uri="{FF2B5EF4-FFF2-40B4-BE49-F238E27FC236}">
                  <a16:creationId xmlns:a16="http://schemas.microsoft.com/office/drawing/2014/main" id="{CF395A5B-C524-4C8C-A554-73D3E871F738}"/>
                </a:ext>
              </a:extLst>
            </p:cNvPr>
            <p:cNvCxnSpPr>
              <a:cxnSpLocks/>
            </p:cNvCxnSpPr>
            <p:nvPr/>
          </p:nvCxnSpPr>
          <p:spPr>
            <a:xfrm>
              <a:off x="6543579" y="4332165"/>
              <a:ext cx="525934" cy="0"/>
            </a:xfrm>
            <a:prstGeom prst="line">
              <a:avLst/>
            </a:prstGeom>
            <a:ln w="38100">
              <a:solidFill>
                <a:srgbClr val="FF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直接连接符 250">
              <a:extLst>
                <a:ext uri="{FF2B5EF4-FFF2-40B4-BE49-F238E27FC236}">
                  <a16:creationId xmlns:a16="http://schemas.microsoft.com/office/drawing/2014/main" id="{F45851D4-A2E4-4974-B24F-11FAA825A3CE}"/>
                </a:ext>
              </a:extLst>
            </p:cNvPr>
            <p:cNvCxnSpPr>
              <a:cxnSpLocks/>
            </p:cNvCxnSpPr>
            <p:nvPr/>
          </p:nvCxnSpPr>
          <p:spPr>
            <a:xfrm>
              <a:off x="4960909" y="4330115"/>
              <a:ext cx="525934" cy="0"/>
            </a:xfrm>
            <a:prstGeom prst="line">
              <a:avLst/>
            </a:prstGeom>
            <a:ln w="38100">
              <a:solidFill>
                <a:srgbClr val="FFCDCD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直接连接符 257">
              <a:extLst>
                <a:ext uri="{FF2B5EF4-FFF2-40B4-BE49-F238E27FC236}">
                  <a16:creationId xmlns:a16="http://schemas.microsoft.com/office/drawing/2014/main" id="{678BB5D6-6FDB-40BF-9485-87726379D668}"/>
                </a:ext>
              </a:extLst>
            </p:cNvPr>
            <p:cNvCxnSpPr>
              <a:cxnSpLocks/>
            </p:cNvCxnSpPr>
            <p:nvPr/>
          </p:nvCxnSpPr>
          <p:spPr>
            <a:xfrm>
              <a:off x="5491628" y="2755159"/>
              <a:ext cx="2682" cy="520324"/>
            </a:xfrm>
            <a:prstGeom prst="line">
              <a:avLst/>
            </a:prstGeom>
            <a:ln w="38100">
              <a:solidFill>
                <a:srgbClr val="00B05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直接连接符 263">
              <a:extLst>
                <a:ext uri="{FF2B5EF4-FFF2-40B4-BE49-F238E27FC236}">
                  <a16:creationId xmlns:a16="http://schemas.microsoft.com/office/drawing/2014/main" id="{357C048A-429C-4299-AC78-95A8EB04291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40933" y="4851388"/>
              <a:ext cx="4707" cy="396657"/>
            </a:xfrm>
            <a:prstGeom prst="line">
              <a:avLst/>
            </a:prstGeom>
            <a:ln w="38100">
              <a:solidFill>
                <a:srgbClr val="C5FFDF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直接连接符 264">
              <a:extLst>
                <a:ext uri="{FF2B5EF4-FFF2-40B4-BE49-F238E27FC236}">
                  <a16:creationId xmlns:a16="http://schemas.microsoft.com/office/drawing/2014/main" id="{5EFF7F9B-6C08-4881-A7B3-D36500C521D4}"/>
                </a:ext>
              </a:extLst>
            </p:cNvPr>
            <p:cNvCxnSpPr>
              <a:cxnSpLocks/>
            </p:cNvCxnSpPr>
            <p:nvPr/>
          </p:nvCxnSpPr>
          <p:spPr>
            <a:xfrm>
              <a:off x="6538925" y="4307670"/>
              <a:ext cx="2937" cy="438346"/>
            </a:xfrm>
            <a:prstGeom prst="line">
              <a:avLst/>
            </a:prstGeom>
            <a:ln w="38100">
              <a:solidFill>
                <a:srgbClr val="C5FFDF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直接连接符 265">
              <a:extLst>
                <a:ext uri="{FF2B5EF4-FFF2-40B4-BE49-F238E27FC236}">
                  <a16:creationId xmlns:a16="http://schemas.microsoft.com/office/drawing/2014/main" id="{D13ED592-C888-480D-875A-2FAC0122FF19}"/>
                </a:ext>
              </a:extLst>
            </p:cNvPr>
            <p:cNvCxnSpPr>
              <a:cxnSpLocks/>
            </p:cNvCxnSpPr>
            <p:nvPr/>
          </p:nvCxnSpPr>
          <p:spPr>
            <a:xfrm>
              <a:off x="6013624" y="4845180"/>
              <a:ext cx="0" cy="400917"/>
            </a:xfrm>
            <a:prstGeom prst="line">
              <a:avLst/>
            </a:prstGeom>
            <a:ln w="38100">
              <a:solidFill>
                <a:srgbClr val="C5FFDF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直接连接符 267">
              <a:extLst>
                <a:ext uri="{FF2B5EF4-FFF2-40B4-BE49-F238E27FC236}">
                  <a16:creationId xmlns:a16="http://schemas.microsoft.com/office/drawing/2014/main" id="{03E0F8DB-BEB2-4608-8050-7620A16E6371}"/>
                </a:ext>
              </a:extLst>
            </p:cNvPr>
            <p:cNvCxnSpPr>
              <a:cxnSpLocks/>
            </p:cNvCxnSpPr>
            <p:nvPr/>
          </p:nvCxnSpPr>
          <p:spPr>
            <a:xfrm>
              <a:off x="7585737" y="4845180"/>
              <a:ext cx="2682" cy="396383"/>
            </a:xfrm>
            <a:prstGeom prst="line">
              <a:avLst/>
            </a:prstGeom>
            <a:ln w="38100">
              <a:solidFill>
                <a:srgbClr val="00B05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直接连接符 269">
              <a:extLst>
                <a:ext uri="{FF2B5EF4-FFF2-40B4-BE49-F238E27FC236}">
                  <a16:creationId xmlns:a16="http://schemas.microsoft.com/office/drawing/2014/main" id="{9B0C60F5-77CD-4F65-9316-F28816D0E25D}"/>
                </a:ext>
              </a:extLst>
            </p:cNvPr>
            <p:cNvCxnSpPr>
              <a:cxnSpLocks/>
            </p:cNvCxnSpPr>
            <p:nvPr/>
          </p:nvCxnSpPr>
          <p:spPr>
            <a:xfrm>
              <a:off x="4957874" y="4343751"/>
              <a:ext cx="2682" cy="520324"/>
            </a:xfrm>
            <a:prstGeom prst="line">
              <a:avLst/>
            </a:prstGeom>
            <a:ln w="38100">
              <a:solidFill>
                <a:srgbClr val="C5FFDF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72" name="组合 271">
              <a:extLst>
                <a:ext uri="{FF2B5EF4-FFF2-40B4-BE49-F238E27FC236}">
                  <a16:creationId xmlns:a16="http://schemas.microsoft.com/office/drawing/2014/main" id="{E7B46E85-94D9-40D3-9040-0286E84AF96D}"/>
                </a:ext>
              </a:extLst>
            </p:cNvPr>
            <p:cNvGrpSpPr/>
            <p:nvPr/>
          </p:nvGrpSpPr>
          <p:grpSpPr>
            <a:xfrm>
              <a:off x="5339355" y="2574158"/>
              <a:ext cx="300943" cy="369332"/>
              <a:chOff x="8650593" y="3037013"/>
              <a:chExt cx="300943" cy="369332"/>
            </a:xfrm>
          </p:grpSpPr>
          <p:sp>
            <p:nvSpPr>
              <p:cNvPr id="326" name="椭圆 325">
                <a:extLst>
                  <a:ext uri="{FF2B5EF4-FFF2-40B4-BE49-F238E27FC236}">
                    <a16:creationId xmlns:a16="http://schemas.microsoft.com/office/drawing/2014/main" id="{C26A083E-D9EA-466E-8051-944890982009}"/>
                  </a:ext>
                </a:extLst>
              </p:cNvPr>
              <p:cNvSpPr/>
              <p:nvPr/>
            </p:nvSpPr>
            <p:spPr>
              <a:xfrm>
                <a:off x="8677205" y="3091241"/>
                <a:ext cx="247720" cy="247720"/>
              </a:xfrm>
              <a:prstGeom prst="ellipse">
                <a:avLst/>
              </a:prstGeom>
              <a:solidFill>
                <a:srgbClr val="D745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7" name="文本框 326">
                <a:extLst>
                  <a:ext uri="{FF2B5EF4-FFF2-40B4-BE49-F238E27FC236}">
                    <a16:creationId xmlns:a16="http://schemas.microsoft.com/office/drawing/2014/main" id="{42A00B3C-4740-44BA-849D-2B15AEFD5ECA}"/>
                  </a:ext>
                </a:extLst>
              </p:cNvPr>
              <p:cNvSpPr txBox="1"/>
              <p:nvPr/>
            </p:nvSpPr>
            <p:spPr>
              <a:xfrm>
                <a:off x="8650593" y="3037013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b="1" dirty="0">
                    <a:solidFill>
                      <a:schemeClr val="bg1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2</a:t>
                </a:r>
                <a:endParaRPr lang="zh-CN" altLang="en-US" b="1" dirty="0">
                  <a:solidFill>
                    <a:schemeClr val="bg1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</p:grpSp>
        <p:grpSp>
          <p:nvGrpSpPr>
            <p:cNvPr id="274" name="组合 273">
              <a:extLst>
                <a:ext uri="{FF2B5EF4-FFF2-40B4-BE49-F238E27FC236}">
                  <a16:creationId xmlns:a16="http://schemas.microsoft.com/office/drawing/2014/main" id="{56AEB916-D2B1-49E1-B695-BE372BEA4D89}"/>
                </a:ext>
              </a:extLst>
            </p:cNvPr>
            <p:cNvGrpSpPr/>
            <p:nvPr/>
          </p:nvGrpSpPr>
          <p:grpSpPr>
            <a:xfrm>
              <a:off x="4810438" y="4159216"/>
              <a:ext cx="300943" cy="369332"/>
              <a:chOff x="8650593" y="3037013"/>
              <a:chExt cx="300943" cy="369332"/>
            </a:xfrm>
          </p:grpSpPr>
          <p:sp>
            <p:nvSpPr>
              <p:cNvPr id="324" name="椭圆 323">
                <a:extLst>
                  <a:ext uri="{FF2B5EF4-FFF2-40B4-BE49-F238E27FC236}">
                    <a16:creationId xmlns:a16="http://schemas.microsoft.com/office/drawing/2014/main" id="{A78ECEF6-F323-479D-8CB4-DFE092972E0E}"/>
                  </a:ext>
                </a:extLst>
              </p:cNvPr>
              <p:cNvSpPr/>
              <p:nvPr/>
            </p:nvSpPr>
            <p:spPr>
              <a:xfrm>
                <a:off x="8677205" y="3091241"/>
                <a:ext cx="247720" cy="247720"/>
              </a:xfrm>
              <a:prstGeom prst="ellipse">
                <a:avLst/>
              </a:prstGeom>
              <a:solidFill>
                <a:srgbClr val="F8CCB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5" name="文本框 324">
                <a:extLst>
                  <a:ext uri="{FF2B5EF4-FFF2-40B4-BE49-F238E27FC236}">
                    <a16:creationId xmlns:a16="http://schemas.microsoft.com/office/drawing/2014/main" id="{E6407EA8-CE92-4D9F-8078-C599FC1AE142}"/>
                  </a:ext>
                </a:extLst>
              </p:cNvPr>
              <p:cNvSpPr txBox="1"/>
              <p:nvPr/>
            </p:nvSpPr>
            <p:spPr>
              <a:xfrm>
                <a:off x="8650593" y="3037013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2</a:t>
                </a:r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</p:grpSp>
        <p:grpSp>
          <p:nvGrpSpPr>
            <p:cNvPr id="277" name="组合 276">
              <a:extLst>
                <a:ext uri="{FF2B5EF4-FFF2-40B4-BE49-F238E27FC236}">
                  <a16:creationId xmlns:a16="http://schemas.microsoft.com/office/drawing/2014/main" id="{707CC99C-B62A-4534-B132-5944A5BF3D13}"/>
                </a:ext>
              </a:extLst>
            </p:cNvPr>
            <p:cNvGrpSpPr/>
            <p:nvPr/>
          </p:nvGrpSpPr>
          <p:grpSpPr>
            <a:xfrm>
              <a:off x="4803702" y="3110365"/>
              <a:ext cx="300943" cy="369332"/>
              <a:chOff x="8650593" y="3037013"/>
              <a:chExt cx="300943" cy="369332"/>
            </a:xfrm>
          </p:grpSpPr>
          <p:sp>
            <p:nvSpPr>
              <p:cNvPr id="322" name="椭圆 321">
                <a:extLst>
                  <a:ext uri="{FF2B5EF4-FFF2-40B4-BE49-F238E27FC236}">
                    <a16:creationId xmlns:a16="http://schemas.microsoft.com/office/drawing/2014/main" id="{511AC9A2-6257-4153-9B4A-7A488FD72998}"/>
                  </a:ext>
                </a:extLst>
              </p:cNvPr>
              <p:cNvSpPr/>
              <p:nvPr/>
            </p:nvSpPr>
            <p:spPr>
              <a:xfrm>
                <a:off x="8677205" y="3091241"/>
                <a:ext cx="247720" cy="247720"/>
              </a:xfrm>
              <a:prstGeom prst="ellipse">
                <a:avLst/>
              </a:prstGeom>
              <a:solidFill>
                <a:srgbClr val="F8CCB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3" name="文本框 322">
                <a:extLst>
                  <a:ext uri="{FF2B5EF4-FFF2-40B4-BE49-F238E27FC236}">
                    <a16:creationId xmlns:a16="http://schemas.microsoft.com/office/drawing/2014/main" id="{BBFC0AC6-DF2E-4D67-A2C0-968E8683F30C}"/>
                  </a:ext>
                </a:extLst>
              </p:cNvPr>
              <p:cNvSpPr txBox="1"/>
              <p:nvPr/>
            </p:nvSpPr>
            <p:spPr>
              <a:xfrm>
                <a:off x="8650593" y="3037013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2</a:t>
                </a:r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</p:grpSp>
        <p:grpSp>
          <p:nvGrpSpPr>
            <p:cNvPr id="278" name="组合 277">
              <a:extLst>
                <a:ext uri="{FF2B5EF4-FFF2-40B4-BE49-F238E27FC236}">
                  <a16:creationId xmlns:a16="http://schemas.microsoft.com/office/drawing/2014/main" id="{B47F82CD-D165-4F51-B723-59211C3A995F}"/>
                </a:ext>
              </a:extLst>
            </p:cNvPr>
            <p:cNvGrpSpPr/>
            <p:nvPr/>
          </p:nvGrpSpPr>
          <p:grpSpPr>
            <a:xfrm>
              <a:off x="5856272" y="4686435"/>
              <a:ext cx="300943" cy="369332"/>
              <a:chOff x="8650593" y="3037013"/>
              <a:chExt cx="300943" cy="369332"/>
            </a:xfrm>
          </p:grpSpPr>
          <p:sp>
            <p:nvSpPr>
              <p:cNvPr id="320" name="椭圆 319">
                <a:extLst>
                  <a:ext uri="{FF2B5EF4-FFF2-40B4-BE49-F238E27FC236}">
                    <a16:creationId xmlns:a16="http://schemas.microsoft.com/office/drawing/2014/main" id="{6142FABC-A345-4E2D-8623-5685476456B4}"/>
                  </a:ext>
                </a:extLst>
              </p:cNvPr>
              <p:cNvSpPr/>
              <p:nvPr/>
            </p:nvSpPr>
            <p:spPr>
              <a:xfrm>
                <a:off x="8677205" y="3091241"/>
                <a:ext cx="247720" cy="247720"/>
              </a:xfrm>
              <a:prstGeom prst="ellipse">
                <a:avLst/>
              </a:prstGeom>
              <a:solidFill>
                <a:srgbClr val="F8CCB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1" name="文本框 320">
                <a:extLst>
                  <a:ext uri="{FF2B5EF4-FFF2-40B4-BE49-F238E27FC236}">
                    <a16:creationId xmlns:a16="http://schemas.microsoft.com/office/drawing/2014/main" id="{53317948-D148-41F6-95C9-F44D7EE07ACE}"/>
                  </a:ext>
                </a:extLst>
              </p:cNvPr>
              <p:cNvSpPr txBox="1"/>
              <p:nvPr/>
            </p:nvSpPr>
            <p:spPr>
              <a:xfrm>
                <a:off x="8650593" y="3037013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3</a:t>
                </a:r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</p:grpSp>
        <p:grpSp>
          <p:nvGrpSpPr>
            <p:cNvPr id="281" name="组合 280">
              <a:extLst>
                <a:ext uri="{FF2B5EF4-FFF2-40B4-BE49-F238E27FC236}">
                  <a16:creationId xmlns:a16="http://schemas.microsoft.com/office/drawing/2014/main" id="{9272DB94-61E1-4969-A63A-3A713840CDFD}"/>
                </a:ext>
              </a:extLst>
            </p:cNvPr>
            <p:cNvGrpSpPr/>
            <p:nvPr/>
          </p:nvGrpSpPr>
          <p:grpSpPr>
            <a:xfrm>
              <a:off x="6397748" y="3096050"/>
              <a:ext cx="300943" cy="369332"/>
              <a:chOff x="8650593" y="3037013"/>
              <a:chExt cx="300943" cy="369332"/>
            </a:xfrm>
          </p:grpSpPr>
          <p:sp>
            <p:nvSpPr>
              <p:cNvPr id="318" name="椭圆 317">
                <a:extLst>
                  <a:ext uri="{FF2B5EF4-FFF2-40B4-BE49-F238E27FC236}">
                    <a16:creationId xmlns:a16="http://schemas.microsoft.com/office/drawing/2014/main" id="{20E32385-EFCB-4EA3-AECC-ACEE77D485F3}"/>
                  </a:ext>
                </a:extLst>
              </p:cNvPr>
              <p:cNvSpPr/>
              <p:nvPr/>
            </p:nvSpPr>
            <p:spPr>
              <a:xfrm>
                <a:off x="8677205" y="3091241"/>
                <a:ext cx="247720" cy="247720"/>
              </a:xfrm>
              <a:prstGeom prst="ellipse">
                <a:avLst/>
              </a:prstGeom>
              <a:solidFill>
                <a:srgbClr val="F8CCB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9" name="文本框 318">
                <a:extLst>
                  <a:ext uri="{FF2B5EF4-FFF2-40B4-BE49-F238E27FC236}">
                    <a16:creationId xmlns:a16="http://schemas.microsoft.com/office/drawing/2014/main" id="{D9151F60-3052-4E09-B65D-37A4568547C5}"/>
                  </a:ext>
                </a:extLst>
              </p:cNvPr>
              <p:cNvSpPr txBox="1"/>
              <p:nvPr/>
            </p:nvSpPr>
            <p:spPr>
              <a:xfrm>
                <a:off x="8650593" y="3037013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3</a:t>
                </a:r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</p:grpSp>
        <p:grpSp>
          <p:nvGrpSpPr>
            <p:cNvPr id="283" name="组合 282">
              <a:extLst>
                <a:ext uri="{FF2B5EF4-FFF2-40B4-BE49-F238E27FC236}">
                  <a16:creationId xmlns:a16="http://schemas.microsoft.com/office/drawing/2014/main" id="{0847CB35-6C11-42D7-8BB8-7F7B6E21169B}"/>
                </a:ext>
              </a:extLst>
            </p:cNvPr>
            <p:cNvGrpSpPr/>
            <p:nvPr/>
          </p:nvGrpSpPr>
          <p:grpSpPr>
            <a:xfrm>
              <a:off x="6391156" y="4159216"/>
              <a:ext cx="300943" cy="369332"/>
              <a:chOff x="8650593" y="3037013"/>
              <a:chExt cx="300943" cy="369332"/>
            </a:xfrm>
          </p:grpSpPr>
          <p:sp>
            <p:nvSpPr>
              <p:cNvPr id="316" name="椭圆 315">
                <a:extLst>
                  <a:ext uri="{FF2B5EF4-FFF2-40B4-BE49-F238E27FC236}">
                    <a16:creationId xmlns:a16="http://schemas.microsoft.com/office/drawing/2014/main" id="{7B66F3C6-0C9F-40FC-BB64-C6147E13AF07}"/>
                  </a:ext>
                </a:extLst>
              </p:cNvPr>
              <p:cNvSpPr/>
              <p:nvPr/>
            </p:nvSpPr>
            <p:spPr>
              <a:xfrm>
                <a:off x="8677205" y="3091241"/>
                <a:ext cx="247720" cy="247720"/>
              </a:xfrm>
              <a:prstGeom prst="ellipse">
                <a:avLst/>
              </a:prstGeom>
              <a:solidFill>
                <a:srgbClr val="D745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7" name="文本框 316">
                <a:extLst>
                  <a:ext uri="{FF2B5EF4-FFF2-40B4-BE49-F238E27FC236}">
                    <a16:creationId xmlns:a16="http://schemas.microsoft.com/office/drawing/2014/main" id="{201483AB-428E-47DC-880C-A6E8BDA6A3FB}"/>
                  </a:ext>
                </a:extLst>
              </p:cNvPr>
              <p:cNvSpPr txBox="1"/>
              <p:nvPr/>
            </p:nvSpPr>
            <p:spPr>
              <a:xfrm>
                <a:off x="8650593" y="3037013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b="1" dirty="0">
                    <a:solidFill>
                      <a:schemeClr val="bg1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3</a:t>
                </a:r>
                <a:endParaRPr lang="zh-CN" altLang="en-US" b="1" dirty="0">
                  <a:solidFill>
                    <a:schemeClr val="bg1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</p:grpSp>
        <p:grpSp>
          <p:nvGrpSpPr>
            <p:cNvPr id="284" name="组合 283">
              <a:extLst>
                <a:ext uri="{FF2B5EF4-FFF2-40B4-BE49-F238E27FC236}">
                  <a16:creationId xmlns:a16="http://schemas.microsoft.com/office/drawing/2014/main" id="{4214D4AB-2C2B-43E0-849E-D2623CE5E13C}"/>
                </a:ext>
              </a:extLst>
            </p:cNvPr>
            <p:cNvGrpSpPr/>
            <p:nvPr/>
          </p:nvGrpSpPr>
          <p:grpSpPr>
            <a:xfrm>
              <a:off x="6391156" y="4683669"/>
              <a:ext cx="300943" cy="369332"/>
              <a:chOff x="8650593" y="3037013"/>
              <a:chExt cx="300943" cy="369332"/>
            </a:xfrm>
          </p:grpSpPr>
          <p:sp>
            <p:nvSpPr>
              <p:cNvPr id="314" name="椭圆 313">
                <a:extLst>
                  <a:ext uri="{FF2B5EF4-FFF2-40B4-BE49-F238E27FC236}">
                    <a16:creationId xmlns:a16="http://schemas.microsoft.com/office/drawing/2014/main" id="{B04A3D69-02C3-4677-B3A9-E609E605DD0B}"/>
                  </a:ext>
                </a:extLst>
              </p:cNvPr>
              <p:cNvSpPr/>
              <p:nvPr/>
            </p:nvSpPr>
            <p:spPr>
              <a:xfrm>
                <a:off x="8677205" y="3091241"/>
                <a:ext cx="247720" cy="247720"/>
              </a:xfrm>
              <a:prstGeom prst="ellipse">
                <a:avLst/>
              </a:prstGeom>
              <a:solidFill>
                <a:srgbClr val="F8CCB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5" name="文本框 314">
                <a:extLst>
                  <a:ext uri="{FF2B5EF4-FFF2-40B4-BE49-F238E27FC236}">
                    <a16:creationId xmlns:a16="http://schemas.microsoft.com/office/drawing/2014/main" id="{A60E939C-C8C2-4347-B2B5-089E7108040B}"/>
                  </a:ext>
                </a:extLst>
              </p:cNvPr>
              <p:cNvSpPr txBox="1"/>
              <p:nvPr/>
            </p:nvSpPr>
            <p:spPr>
              <a:xfrm>
                <a:off x="8650593" y="3037013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4</a:t>
                </a:r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</p:grpSp>
        <p:grpSp>
          <p:nvGrpSpPr>
            <p:cNvPr id="288" name="组合 287">
              <a:extLst>
                <a:ext uri="{FF2B5EF4-FFF2-40B4-BE49-F238E27FC236}">
                  <a16:creationId xmlns:a16="http://schemas.microsoft.com/office/drawing/2014/main" id="{620D6BDF-822B-4936-A7CA-F593C7413008}"/>
                </a:ext>
              </a:extLst>
            </p:cNvPr>
            <p:cNvGrpSpPr/>
            <p:nvPr/>
          </p:nvGrpSpPr>
          <p:grpSpPr>
            <a:xfrm>
              <a:off x="5861208" y="5194048"/>
              <a:ext cx="300943" cy="369332"/>
              <a:chOff x="8650593" y="3037013"/>
              <a:chExt cx="300943" cy="369332"/>
            </a:xfrm>
          </p:grpSpPr>
          <p:sp>
            <p:nvSpPr>
              <p:cNvPr id="312" name="椭圆 311">
                <a:extLst>
                  <a:ext uri="{FF2B5EF4-FFF2-40B4-BE49-F238E27FC236}">
                    <a16:creationId xmlns:a16="http://schemas.microsoft.com/office/drawing/2014/main" id="{963D4BE2-3ABD-4ED0-A12A-5F44D41C9C60}"/>
                  </a:ext>
                </a:extLst>
              </p:cNvPr>
              <p:cNvSpPr/>
              <p:nvPr/>
            </p:nvSpPr>
            <p:spPr>
              <a:xfrm>
                <a:off x="8677205" y="3091241"/>
                <a:ext cx="247720" cy="247720"/>
              </a:xfrm>
              <a:prstGeom prst="ellipse">
                <a:avLst/>
              </a:prstGeom>
              <a:solidFill>
                <a:srgbClr val="F8CCB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3" name="文本框 312">
                <a:extLst>
                  <a:ext uri="{FF2B5EF4-FFF2-40B4-BE49-F238E27FC236}">
                    <a16:creationId xmlns:a16="http://schemas.microsoft.com/office/drawing/2014/main" id="{E0F25F7B-3417-404D-8B30-63527B8E9279}"/>
                  </a:ext>
                </a:extLst>
              </p:cNvPr>
              <p:cNvSpPr txBox="1"/>
              <p:nvPr/>
            </p:nvSpPr>
            <p:spPr>
              <a:xfrm>
                <a:off x="8650593" y="3037013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4</a:t>
                </a:r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</p:grpSp>
        <p:grpSp>
          <p:nvGrpSpPr>
            <p:cNvPr id="300" name="组合 299">
              <a:extLst>
                <a:ext uri="{FF2B5EF4-FFF2-40B4-BE49-F238E27FC236}">
                  <a16:creationId xmlns:a16="http://schemas.microsoft.com/office/drawing/2014/main" id="{A0AF751F-5B49-4D55-85DC-4B012B523625}"/>
                </a:ext>
              </a:extLst>
            </p:cNvPr>
            <p:cNvGrpSpPr/>
            <p:nvPr/>
          </p:nvGrpSpPr>
          <p:grpSpPr>
            <a:xfrm>
              <a:off x="7443739" y="3630097"/>
              <a:ext cx="300943" cy="369332"/>
              <a:chOff x="8650593" y="3037013"/>
              <a:chExt cx="300943" cy="369332"/>
            </a:xfrm>
          </p:grpSpPr>
          <p:sp>
            <p:nvSpPr>
              <p:cNvPr id="310" name="椭圆 309">
                <a:extLst>
                  <a:ext uri="{FF2B5EF4-FFF2-40B4-BE49-F238E27FC236}">
                    <a16:creationId xmlns:a16="http://schemas.microsoft.com/office/drawing/2014/main" id="{D46F1372-1AD1-40A6-B8B8-8B4B7346CC3A}"/>
                  </a:ext>
                </a:extLst>
              </p:cNvPr>
              <p:cNvSpPr/>
              <p:nvPr/>
            </p:nvSpPr>
            <p:spPr>
              <a:xfrm>
                <a:off x="8677205" y="3091241"/>
                <a:ext cx="247720" cy="247720"/>
              </a:xfrm>
              <a:prstGeom prst="ellipse">
                <a:avLst/>
              </a:prstGeom>
              <a:solidFill>
                <a:srgbClr val="F8CCB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1" name="文本框 310">
                <a:extLst>
                  <a:ext uri="{FF2B5EF4-FFF2-40B4-BE49-F238E27FC236}">
                    <a16:creationId xmlns:a16="http://schemas.microsoft.com/office/drawing/2014/main" id="{875FC30D-38D1-4D70-A231-014FD92F1FC7}"/>
                  </a:ext>
                </a:extLst>
              </p:cNvPr>
              <p:cNvSpPr txBox="1"/>
              <p:nvPr/>
            </p:nvSpPr>
            <p:spPr>
              <a:xfrm>
                <a:off x="8650593" y="3037013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4</a:t>
                </a:r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</p:grpSp>
        <p:grpSp>
          <p:nvGrpSpPr>
            <p:cNvPr id="301" name="组合 300">
              <a:extLst>
                <a:ext uri="{FF2B5EF4-FFF2-40B4-BE49-F238E27FC236}">
                  <a16:creationId xmlns:a16="http://schemas.microsoft.com/office/drawing/2014/main" id="{180B5C12-1C61-4844-9DDC-228422870F35}"/>
                </a:ext>
              </a:extLst>
            </p:cNvPr>
            <p:cNvGrpSpPr/>
            <p:nvPr/>
          </p:nvGrpSpPr>
          <p:grpSpPr>
            <a:xfrm>
              <a:off x="7443739" y="4673493"/>
              <a:ext cx="300943" cy="369332"/>
              <a:chOff x="8650593" y="3037013"/>
              <a:chExt cx="300943" cy="369332"/>
            </a:xfrm>
          </p:grpSpPr>
          <p:sp>
            <p:nvSpPr>
              <p:cNvPr id="308" name="椭圆 307">
                <a:extLst>
                  <a:ext uri="{FF2B5EF4-FFF2-40B4-BE49-F238E27FC236}">
                    <a16:creationId xmlns:a16="http://schemas.microsoft.com/office/drawing/2014/main" id="{4233F26F-53C6-4C36-9BAE-6A97A87CDCAC}"/>
                  </a:ext>
                </a:extLst>
              </p:cNvPr>
              <p:cNvSpPr/>
              <p:nvPr/>
            </p:nvSpPr>
            <p:spPr>
              <a:xfrm>
                <a:off x="8677205" y="3091241"/>
                <a:ext cx="247720" cy="247720"/>
              </a:xfrm>
              <a:prstGeom prst="ellipse">
                <a:avLst/>
              </a:prstGeom>
              <a:solidFill>
                <a:srgbClr val="D745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9" name="文本框 308">
                <a:extLst>
                  <a:ext uri="{FF2B5EF4-FFF2-40B4-BE49-F238E27FC236}">
                    <a16:creationId xmlns:a16="http://schemas.microsoft.com/office/drawing/2014/main" id="{EE7C439C-62E2-4CC6-A8F9-7A2277FA93F8}"/>
                  </a:ext>
                </a:extLst>
              </p:cNvPr>
              <p:cNvSpPr txBox="1"/>
              <p:nvPr/>
            </p:nvSpPr>
            <p:spPr>
              <a:xfrm>
                <a:off x="8650593" y="3037013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b="1" dirty="0">
                    <a:solidFill>
                      <a:schemeClr val="bg1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4</a:t>
                </a:r>
                <a:endParaRPr lang="zh-CN" altLang="en-US" b="1" dirty="0">
                  <a:solidFill>
                    <a:schemeClr val="bg1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</p:grpSp>
        <p:grpSp>
          <p:nvGrpSpPr>
            <p:cNvPr id="302" name="组合 301">
              <a:extLst>
                <a:ext uri="{FF2B5EF4-FFF2-40B4-BE49-F238E27FC236}">
                  <a16:creationId xmlns:a16="http://schemas.microsoft.com/office/drawing/2014/main" id="{CA6B3876-89AF-480A-8F72-1E583D72CC58}"/>
                </a:ext>
              </a:extLst>
            </p:cNvPr>
            <p:cNvGrpSpPr/>
            <p:nvPr/>
          </p:nvGrpSpPr>
          <p:grpSpPr>
            <a:xfrm>
              <a:off x="7434512" y="5191869"/>
              <a:ext cx="300943" cy="369332"/>
              <a:chOff x="8650593" y="3037013"/>
              <a:chExt cx="300943" cy="369332"/>
            </a:xfrm>
          </p:grpSpPr>
          <p:sp>
            <p:nvSpPr>
              <p:cNvPr id="306" name="椭圆 305">
                <a:extLst>
                  <a:ext uri="{FF2B5EF4-FFF2-40B4-BE49-F238E27FC236}">
                    <a16:creationId xmlns:a16="http://schemas.microsoft.com/office/drawing/2014/main" id="{2CC417C2-E07B-4B5B-A64D-828747E09A2F}"/>
                  </a:ext>
                </a:extLst>
              </p:cNvPr>
              <p:cNvSpPr/>
              <p:nvPr/>
            </p:nvSpPr>
            <p:spPr>
              <a:xfrm>
                <a:off x="8677205" y="3091241"/>
                <a:ext cx="247720" cy="247720"/>
              </a:xfrm>
              <a:prstGeom prst="ellipse">
                <a:avLst/>
              </a:prstGeom>
              <a:solidFill>
                <a:srgbClr val="D745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7" name="文本框 306">
                <a:extLst>
                  <a:ext uri="{FF2B5EF4-FFF2-40B4-BE49-F238E27FC236}">
                    <a16:creationId xmlns:a16="http://schemas.microsoft.com/office/drawing/2014/main" id="{68FC487E-C30D-4608-8670-1999AE9099F2}"/>
                  </a:ext>
                </a:extLst>
              </p:cNvPr>
              <p:cNvSpPr txBox="1"/>
              <p:nvPr/>
            </p:nvSpPr>
            <p:spPr>
              <a:xfrm>
                <a:off x="8650593" y="3037013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b="1" dirty="0">
                    <a:solidFill>
                      <a:schemeClr val="bg1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5</a:t>
                </a:r>
                <a:endParaRPr lang="zh-CN" altLang="en-US" b="1" dirty="0">
                  <a:solidFill>
                    <a:schemeClr val="bg1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</p:grpSp>
        <p:grpSp>
          <p:nvGrpSpPr>
            <p:cNvPr id="303" name="组合 302">
              <a:extLst>
                <a:ext uri="{FF2B5EF4-FFF2-40B4-BE49-F238E27FC236}">
                  <a16:creationId xmlns:a16="http://schemas.microsoft.com/office/drawing/2014/main" id="{4ECB2F15-6391-4509-8568-FA4F3BB38520}"/>
                </a:ext>
              </a:extLst>
            </p:cNvPr>
            <p:cNvGrpSpPr/>
            <p:nvPr/>
          </p:nvGrpSpPr>
          <p:grpSpPr>
            <a:xfrm>
              <a:off x="6385503" y="5197789"/>
              <a:ext cx="300943" cy="369332"/>
              <a:chOff x="8650593" y="3037013"/>
              <a:chExt cx="300943" cy="369332"/>
            </a:xfrm>
          </p:grpSpPr>
          <p:sp>
            <p:nvSpPr>
              <p:cNvPr id="304" name="椭圆 303">
                <a:extLst>
                  <a:ext uri="{FF2B5EF4-FFF2-40B4-BE49-F238E27FC236}">
                    <a16:creationId xmlns:a16="http://schemas.microsoft.com/office/drawing/2014/main" id="{1C607908-08A4-4A4F-93C8-BA925D3B189F}"/>
                  </a:ext>
                </a:extLst>
              </p:cNvPr>
              <p:cNvSpPr/>
              <p:nvPr/>
            </p:nvSpPr>
            <p:spPr>
              <a:xfrm>
                <a:off x="8677205" y="3091241"/>
                <a:ext cx="247720" cy="247720"/>
              </a:xfrm>
              <a:prstGeom prst="ellipse">
                <a:avLst/>
              </a:prstGeom>
              <a:solidFill>
                <a:srgbClr val="F8CCB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D74514"/>
                  </a:solidFill>
                </a:endParaRPr>
              </a:p>
            </p:txBody>
          </p:sp>
          <p:sp>
            <p:nvSpPr>
              <p:cNvPr id="305" name="文本框 304">
                <a:extLst>
                  <a:ext uri="{FF2B5EF4-FFF2-40B4-BE49-F238E27FC236}">
                    <a16:creationId xmlns:a16="http://schemas.microsoft.com/office/drawing/2014/main" id="{9E3767E4-B61E-43C1-B214-3D950A348C52}"/>
                  </a:ext>
                </a:extLst>
              </p:cNvPr>
              <p:cNvSpPr txBox="1"/>
              <p:nvPr/>
            </p:nvSpPr>
            <p:spPr>
              <a:xfrm>
                <a:off x="8650593" y="3037013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5</a:t>
                </a:r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602882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组合 135">
            <a:extLst>
              <a:ext uri="{FF2B5EF4-FFF2-40B4-BE49-F238E27FC236}">
                <a16:creationId xmlns:a16="http://schemas.microsoft.com/office/drawing/2014/main" id="{13E898CD-CE89-478F-A002-DCF0C5E32B92}"/>
              </a:ext>
            </a:extLst>
          </p:cNvPr>
          <p:cNvGrpSpPr/>
          <p:nvPr/>
        </p:nvGrpSpPr>
        <p:grpSpPr>
          <a:xfrm>
            <a:off x="3197114" y="229004"/>
            <a:ext cx="4511566" cy="5290288"/>
            <a:chOff x="3197114" y="229004"/>
            <a:chExt cx="4511566" cy="5290288"/>
          </a:xfrm>
        </p:grpSpPr>
        <p:grpSp>
          <p:nvGrpSpPr>
            <p:cNvPr id="134" name="组合 133">
              <a:extLst>
                <a:ext uri="{FF2B5EF4-FFF2-40B4-BE49-F238E27FC236}">
                  <a16:creationId xmlns:a16="http://schemas.microsoft.com/office/drawing/2014/main" id="{73B30E17-7FBB-4DB0-B566-925C9751467E}"/>
                </a:ext>
              </a:extLst>
            </p:cNvPr>
            <p:cNvGrpSpPr/>
            <p:nvPr/>
          </p:nvGrpSpPr>
          <p:grpSpPr>
            <a:xfrm>
              <a:off x="3197114" y="229004"/>
              <a:ext cx="4511566" cy="5290288"/>
              <a:chOff x="3197114" y="229004"/>
              <a:chExt cx="4511566" cy="5290288"/>
            </a:xfrm>
          </p:grpSpPr>
          <p:grpSp>
            <p:nvGrpSpPr>
              <p:cNvPr id="55" name="组合 54">
                <a:extLst>
                  <a:ext uri="{FF2B5EF4-FFF2-40B4-BE49-F238E27FC236}">
                    <a16:creationId xmlns:a16="http://schemas.microsoft.com/office/drawing/2014/main" id="{59EDCC9C-4D66-46C1-8927-7F9BD7AF5860}"/>
                  </a:ext>
                </a:extLst>
              </p:cNvPr>
              <p:cNvGrpSpPr/>
              <p:nvPr/>
            </p:nvGrpSpPr>
            <p:grpSpPr>
              <a:xfrm>
                <a:off x="4112941" y="229004"/>
                <a:ext cx="2929304" cy="369332"/>
                <a:chOff x="6255655" y="203993"/>
                <a:chExt cx="2929304" cy="369332"/>
              </a:xfrm>
            </p:grpSpPr>
            <p:sp>
              <p:nvSpPr>
                <p:cNvPr id="57" name="文本框 56">
                  <a:extLst>
                    <a:ext uri="{FF2B5EF4-FFF2-40B4-BE49-F238E27FC236}">
                      <a16:creationId xmlns:a16="http://schemas.microsoft.com/office/drawing/2014/main" id="{BF8D7F25-48C2-4076-852E-A843E60A780A}"/>
                    </a:ext>
                  </a:extLst>
                </p:cNvPr>
                <p:cNvSpPr txBox="1"/>
                <p:nvPr/>
              </p:nvSpPr>
              <p:spPr>
                <a:xfrm>
                  <a:off x="6255655" y="203993"/>
                  <a:ext cx="300943" cy="369332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CN" dirty="0">
                      <a:solidFill>
                        <a:srgbClr val="D74514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rPr>
                    <a:t>0</a:t>
                  </a:r>
                  <a:endParaRPr lang="zh-CN" altLang="en-US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微软雅黑" panose="020B0503020204020204" pitchFamily="34" charset="-122"/>
                    <a:cs typeface="JetBrains Mono" panose="02000009000000000000" pitchFamily="49" charset="0"/>
                  </a:endParaRPr>
                </a:p>
              </p:txBody>
            </p:sp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736D20CC-5BD1-449A-A832-556065BE19DD}"/>
                    </a:ext>
                  </a:extLst>
                </p:cNvPr>
                <p:cNvSpPr txBox="1"/>
                <p:nvPr/>
              </p:nvSpPr>
              <p:spPr>
                <a:xfrm>
                  <a:off x="6781590" y="203993"/>
                  <a:ext cx="300943" cy="369332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CN" dirty="0">
                      <a:solidFill>
                        <a:srgbClr val="D74514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rPr>
                    <a:t>1</a:t>
                  </a:r>
                  <a:endParaRPr lang="zh-CN" altLang="en-US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微软雅黑" panose="020B0503020204020204" pitchFamily="34" charset="-122"/>
                    <a:cs typeface="JetBrains Mono" panose="02000009000000000000" pitchFamily="49" charset="0"/>
                  </a:endParaRPr>
                </a:p>
              </p:txBody>
            </p:sp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36C129B8-AB65-4FEB-AE63-3A0A98F13D13}"/>
                    </a:ext>
                  </a:extLst>
                </p:cNvPr>
                <p:cNvSpPr txBox="1"/>
                <p:nvPr/>
              </p:nvSpPr>
              <p:spPr>
                <a:xfrm>
                  <a:off x="7307528" y="203993"/>
                  <a:ext cx="300943" cy="369332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CN" dirty="0">
                      <a:solidFill>
                        <a:srgbClr val="D74514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rPr>
                    <a:t>2</a:t>
                  </a:r>
                  <a:endParaRPr lang="zh-CN" altLang="en-US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微软雅黑" panose="020B0503020204020204" pitchFamily="34" charset="-122"/>
                    <a:cs typeface="JetBrains Mono" panose="02000009000000000000" pitchFamily="49" charset="0"/>
                  </a:endParaRPr>
                </a:p>
              </p:txBody>
            </p:sp>
            <p:sp>
              <p:nvSpPr>
                <p:cNvPr id="60" name="文本框 59">
                  <a:extLst>
                    <a:ext uri="{FF2B5EF4-FFF2-40B4-BE49-F238E27FC236}">
                      <a16:creationId xmlns:a16="http://schemas.microsoft.com/office/drawing/2014/main" id="{6F25B04E-19DF-40D3-9869-77BD7F77258C}"/>
                    </a:ext>
                  </a:extLst>
                </p:cNvPr>
                <p:cNvSpPr txBox="1"/>
                <p:nvPr/>
              </p:nvSpPr>
              <p:spPr>
                <a:xfrm>
                  <a:off x="7833463" y="203993"/>
                  <a:ext cx="300943" cy="369332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CN" dirty="0">
                      <a:solidFill>
                        <a:srgbClr val="D74514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rPr>
                    <a:t>3</a:t>
                  </a:r>
                  <a:endParaRPr lang="zh-CN" altLang="en-US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微软雅黑" panose="020B0503020204020204" pitchFamily="34" charset="-122"/>
                    <a:cs typeface="JetBrains Mono" panose="02000009000000000000" pitchFamily="49" charset="0"/>
                  </a:endParaRPr>
                </a:p>
              </p:txBody>
            </p:sp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9F738C6D-40E2-48D2-8D1E-3713DCA36D09}"/>
                    </a:ext>
                  </a:extLst>
                </p:cNvPr>
                <p:cNvSpPr txBox="1"/>
                <p:nvPr/>
              </p:nvSpPr>
              <p:spPr>
                <a:xfrm>
                  <a:off x="8359398" y="203993"/>
                  <a:ext cx="300943" cy="369332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CN" dirty="0">
                      <a:solidFill>
                        <a:srgbClr val="D74514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rPr>
                    <a:t>4</a:t>
                  </a:r>
                  <a:endParaRPr lang="zh-CN" altLang="en-US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微软雅黑" panose="020B0503020204020204" pitchFamily="34" charset="-122"/>
                    <a:cs typeface="JetBrains Mono" panose="02000009000000000000" pitchFamily="49" charset="0"/>
                  </a:endParaRPr>
                </a:p>
              </p:txBody>
            </p:sp>
            <p:sp>
              <p:nvSpPr>
                <p:cNvPr id="62" name="文本框 61">
                  <a:extLst>
                    <a:ext uri="{FF2B5EF4-FFF2-40B4-BE49-F238E27FC236}">
                      <a16:creationId xmlns:a16="http://schemas.microsoft.com/office/drawing/2014/main" id="{5ACD13BB-7B0C-4161-9CA4-92E76DD80691}"/>
                    </a:ext>
                  </a:extLst>
                </p:cNvPr>
                <p:cNvSpPr txBox="1"/>
                <p:nvPr/>
              </p:nvSpPr>
              <p:spPr>
                <a:xfrm>
                  <a:off x="8884016" y="203993"/>
                  <a:ext cx="300943" cy="369332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CN" dirty="0">
                      <a:solidFill>
                        <a:srgbClr val="D74514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rPr>
                    <a:t>5</a:t>
                  </a:r>
                  <a:endParaRPr lang="zh-CN" altLang="en-US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微软雅黑" panose="020B0503020204020204" pitchFamily="34" charset="-122"/>
                    <a:cs typeface="JetBrains Mono" panose="02000009000000000000" pitchFamily="49" charset="0"/>
                  </a:endParaRPr>
                </a:p>
              </p:txBody>
            </p:sp>
          </p:grpSp>
          <p:cxnSp>
            <p:nvCxnSpPr>
              <p:cNvPr id="86" name="直接连接符 85">
                <a:extLst>
                  <a:ext uri="{FF2B5EF4-FFF2-40B4-BE49-F238E27FC236}">
                    <a16:creationId xmlns:a16="http://schemas.microsoft.com/office/drawing/2014/main" id="{BEEE3540-C1BA-4D2D-831D-2E1604761A4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722305" y="650723"/>
                <a:ext cx="3974443" cy="0"/>
              </a:xfrm>
              <a:prstGeom prst="line">
                <a:avLst/>
              </a:prstGeom>
              <a:ln w="38100">
                <a:solidFill>
                  <a:srgbClr val="D74514"/>
                </a:solidFill>
                <a:headEnd type="triangle" w="lg" len="lg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直接连接符 87">
                <a:extLst>
                  <a:ext uri="{FF2B5EF4-FFF2-40B4-BE49-F238E27FC236}">
                    <a16:creationId xmlns:a16="http://schemas.microsoft.com/office/drawing/2014/main" id="{F917A11A-9EDD-4C71-A64F-2FFD12889A2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662954" y="629849"/>
                <a:ext cx="76199" cy="4889443"/>
              </a:xfrm>
              <a:prstGeom prst="line">
                <a:avLst/>
              </a:prstGeom>
              <a:ln w="38100">
                <a:solidFill>
                  <a:srgbClr val="D74514"/>
                </a:solidFill>
                <a:headEnd type="triangle" w="lg" len="lg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3" name="组合 132">
                <a:extLst>
                  <a:ext uri="{FF2B5EF4-FFF2-40B4-BE49-F238E27FC236}">
                    <a16:creationId xmlns:a16="http://schemas.microsoft.com/office/drawing/2014/main" id="{F93B7DBA-7287-4EBE-959C-C86D85B99E4B}"/>
                  </a:ext>
                </a:extLst>
              </p:cNvPr>
              <p:cNvGrpSpPr/>
              <p:nvPr/>
            </p:nvGrpSpPr>
            <p:grpSpPr>
              <a:xfrm>
                <a:off x="3197114" y="1003584"/>
                <a:ext cx="465840" cy="4050723"/>
                <a:chOff x="3197114" y="1003584"/>
                <a:chExt cx="465840" cy="4050723"/>
              </a:xfrm>
            </p:grpSpPr>
            <p:sp>
              <p:nvSpPr>
                <p:cNvPr id="66" name="文本框 65">
                  <a:extLst>
                    <a:ext uri="{FF2B5EF4-FFF2-40B4-BE49-F238E27FC236}">
                      <a16:creationId xmlns:a16="http://schemas.microsoft.com/office/drawing/2014/main" id="{0D2649DA-C0A6-46EF-BB4C-F598E1DDD214}"/>
                    </a:ext>
                  </a:extLst>
                </p:cNvPr>
                <p:cNvSpPr txBox="1"/>
                <p:nvPr/>
              </p:nvSpPr>
              <p:spPr>
                <a:xfrm>
                  <a:off x="3362011" y="1003584"/>
                  <a:ext cx="300943" cy="369332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CN" dirty="0">
                      <a:solidFill>
                        <a:srgbClr val="D74514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rPr>
                    <a:t>4</a:t>
                  </a:r>
                  <a:endParaRPr lang="zh-CN" altLang="en-US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微软雅黑" panose="020B0503020204020204" pitchFamily="34" charset="-122"/>
                    <a:cs typeface="JetBrains Mono" panose="02000009000000000000" pitchFamily="49" charset="0"/>
                  </a:endParaRPr>
                </a:p>
              </p:txBody>
            </p:sp>
            <p:sp>
              <p:nvSpPr>
                <p:cNvPr id="67" name="文本框 66">
                  <a:extLst>
                    <a:ext uri="{FF2B5EF4-FFF2-40B4-BE49-F238E27FC236}">
                      <a16:creationId xmlns:a16="http://schemas.microsoft.com/office/drawing/2014/main" id="{6FA97904-8E82-424B-BBF5-C27BE771AED7}"/>
                    </a:ext>
                  </a:extLst>
                </p:cNvPr>
                <p:cNvSpPr txBox="1"/>
                <p:nvPr/>
              </p:nvSpPr>
              <p:spPr>
                <a:xfrm>
                  <a:off x="3362011" y="1529515"/>
                  <a:ext cx="300943" cy="369332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CN" dirty="0">
                      <a:solidFill>
                        <a:srgbClr val="D74514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rPr>
                    <a:t>3</a:t>
                  </a:r>
                  <a:endParaRPr lang="zh-CN" altLang="en-US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微软雅黑" panose="020B0503020204020204" pitchFamily="34" charset="-122"/>
                    <a:cs typeface="JetBrains Mono" panose="02000009000000000000" pitchFamily="49" charset="0"/>
                  </a:endParaRPr>
                </a:p>
              </p:txBody>
            </p:sp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D08DCB5F-1F24-4EB7-8FFD-7207F30692E1}"/>
                    </a:ext>
                  </a:extLst>
                </p:cNvPr>
                <p:cNvSpPr txBox="1"/>
                <p:nvPr/>
              </p:nvSpPr>
              <p:spPr>
                <a:xfrm>
                  <a:off x="3362011" y="2055383"/>
                  <a:ext cx="300943" cy="369332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CN" dirty="0">
                      <a:solidFill>
                        <a:srgbClr val="D74514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rPr>
                    <a:t>2</a:t>
                  </a:r>
                  <a:endParaRPr lang="zh-CN" altLang="en-US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微软雅黑" panose="020B0503020204020204" pitchFamily="34" charset="-122"/>
                    <a:cs typeface="JetBrains Mono" panose="02000009000000000000" pitchFamily="49" charset="0"/>
                  </a:endParaRPr>
                </a:p>
              </p:txBody>
            </p:sp>
            <p:sp>
              <p:nvSpPr>
                <p:cNvPr id="69" name="文本框 68">
                  <a:extLst>
                    <a:ext uri="{FF2B5EF4-FFF2-40B4-BE49-F238E27FC236}">
                      <a16:creationId xmlns:a16="http://schemas.microsoft.com/office/drawing/2014/main" id="{53017248-9DA5-44F2-93C9-EDEAA24DB343}"/>
                    </a:ext>
                  </a:extLst>
                </p:cNvPr>
                <p:cNvSpPr txBox="1"/>
                <p:nvPr/>
              </p:nvSpPr>
              <p:spPr>
                <a:xfrm>
                  <a:off x="3362011" y="2581314"/>
                  <a:ext cx="300943" cy="369332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CN" dirty="0">
                      <a:solidFill>
                        <a:srgbClr val="D74514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rPr>
                    <a:t>1</a:t>
                  </a:r>
                  <a:endParaRPr lang="zh-CN" altLang="en-US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微软雅黑" panose="020B0503020204020204" pitchFamily="34" charset="-122"/>
                    <a:cs typeface="JetBrains Mono" panose="02000009000000000000" pitchFamily="49" charset="0"/>
                  </a:endParaRPr>
                </a:p>
              </p:txBody>
            </p:sp>
            <p:sp>
              <p:nvSpPr>
                <p:cNvPr id="70" name="文本框 69">
                  <a:extLst>
                    <a:ext uri="{FF2B5EF4-FFF2-40B4-BE49-F238E27FC236}">
                      <a16:creationId xmlns:a16="http://schemas.microsoft.com/office/drawing/2014/main" id="{7956A7EB-3F0C-485A-BB53-8AFC7B5F0C92}"/>
                    </a:ext>
                  </a:extLst>
                </p:cNvPr>
                <p:cNvSpPr txBox="1"/>
                <p:nvPr/>
              </p:nvSpPr>
              <p:spPr>
                <a:xfrm>
                  <a:off x="3362011" y="3107245"/>
                  <a:ext cx="300943" cy="369332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CN" dirty="0">
                      <a:solidFill>
                        <a:srgbClr val="D74514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rPr>
                    <a:t>0</a:t>
                  </a:r>
                  <a:endParaRPr lang="zh-CN" altLang="en-US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微软雅黑" panose="020B0503020204020204" pitchFamily="34" charset="-122"/>
                    <a:cs typeface="JetBrains Mono" panose="02000009000000000000" pitchFamily="49" charset="0"/>
                  </a:endParaRPr>
                </a:p>
              </p:txBody>
            </p:sp>
            <p:sp>
              <p:nvSpPr>
                <p:cNvPr id="71" name="文本框 70">
                  <a:extLst>
                    <a:ext uri="{FF2B5EF4-FFF2-40B4-BE49-F238E27FC236}">
                      <a16:creationId xmlns:a16="http://schemas.microsoft.com/office/drawing/2014/main" id="{23AF1C60-EC9C-4A37-85F7-D73131756FF4}"/>
                    </a:ext>
                  </a:extLst>
                </p:cNvPr>
                <p:cNvSpPr txBox="1"/>
                <p:nvPr/>
              </p:nvSpPr>
              <p:spPr>
                <a:xfrm>
                  <a:off x="3197114" y="3633176"/>
                  <a:ext cx="465840" cy="369332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CN" dirty="0">
                      <a:solidFill>
                        <a:srgbClr val="D74514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rPr>
                    <a:t>-1</a:t>
                  </a:r>
                  <a:endParaRPr lang="zh-CN" altLang="en-US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微软雅黑" panose="020B0503020204020204" pitchFamily="34" charset="-122"/>
                    <a:cs typeface="JetBrains Mono" panose="02000009000000000000" pitchFamily="49" charset="0"/>
                  </a:endParaRPr>
                </a:p>
              </p:txBody>
            </p:sp>
            <p:sp>
              <p:nvSpPr>
                <p:cNvPr id="92" name="文本框 91">
                  <a:extLst>
                    <a:ext uri="{FF2B5EF4-FFF2-40B4-BE49-F238E27FC236}">
                      <a16:creationId xmlns:a16="http://schemas.microsoft.com/office/drawing/2014/main" id="{55A97FF2-6C7B-47E0-968F-460870A80C1C}"/>
                    </a:ext>
                  </a:extLst>
                </p:cNvPr>
                <p:cNvSpPr txBox="1"/>
                <p:nvPr/>
              </p:nvSpPr>
              <p:spPr>
                <a:xfrm>
                  <a:off x="3197114" y="4162970"/>
                  <a:ext cx="465840" cy="369332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CN" dirty="0">
                      <a:solidFill>
                        <a:srgbClr val="D74514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rPr>
                    <a:t>-2</a:t>
                  </a:r>
                  <a:endParaRPr lang="zh-CN" altLang="en-US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微软雅黑" panose="020B0503020204020204" pitchFamily="34" charset="-122"/>
                    <a:cs typeface="JetBrains Mono" panose="02000009000000000000" pitchFamily="49" charset="0"/>
                  </a:endParaRPr>
                </a:p>
              </p:txBody>
            </p:sp>
            <p:sp>
              <p:nvSpPr>
                <p:cNvPr id="93" name="文本框 92">
                  <a:extLst>
                    <a:ext uri="{FF2B5EF4-FFF2-40B4-BE49-F238E27FC236}">
                      <a16:creationId xmlns:a16="http://schemas.microsoft.com/office/drawing/2014/main" id="{A653DB84-8A6B-4AF5-B977-ACB9FE87576D}"/>
                    </a:ext>
                  </a:extLst>
                </p:cNvPr>
                <p:cNvSpPr txBox="1"/>
                <p:nvPr/>
              </p:nvSpPr>
              <p:spPr>
                <a:xfrm>
                  <a:off x="3197114" y="4684975"/>
                  <a:ext cx="465840" cy="369332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CN" dirty="0">
                      <a:solidFill>
                        <a:srgbClr val="D74514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rPr>
                    <a:t>-3</a:t>
                  </a:r>
                  <a:endParaRPr lang="zh-CN" altLang="en-US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微软雅黑" panose="020B0503020204020204" pitchFamily="34" charset="-122"/>
                    <a:cs typeface="JetBrains Mono" panose="02000009000000000000" pitchFamily="49" charset="0"/>
                  </a:endParaRPr>
                </a:p>
              </p:txBody>
            </p:sp>
          </p:grpSp>
          <p:sp>
            <p:nvSpPr>
              <p:cNvPr id="97" name="文本框 96">
                <a:extLst>
                  <a:ext uri="{FF2B5EF4-FFF2-40B4-BE49-F238E27FC236}">
                    <a16:creationId xmlns:a16="http://schemas.microsoft.com/office/drawing/2014/main" id="{6CA3DFF6-E426-4ADC-A900-02F4222A6D85}"/>
                  </a:ext>
                </a:extLst>
              </p:cNvPr>
              <p:cNvSpPr txBox="1"/>
              <p:nvPr/>
            </p:nvSpPr>
            <p:spPr>
              <a:xfrm>
                <a:off x="3279563" y="5149960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k</a:t>
                </a:r>
              </a:p>
            </p:txBody>
          </p:sp>
          <p:sp>
            <p:nvSpPr>
              <p:cNvPr id="98" name="文本框 97">
                <a:extLst>
                  <a:ext uri="{FF2B5EF4-FFF2-40B4-BE49-F238E27FC236}">
                    <a16:creationId xmlns:a16="http://schemas.microsoft.com/office/drawing/2014/main" id="{2E68E938-D95F-4E3D-95B1-53BEB352617D}"/>
                  </a:ext>
                </a:extLst>
              </p:cNvPr>
              <p:cNvSpPr txBox="1"/>
              <p:nvPr/>
            </p:nvSpPr>
            <p:spPr>
              <a:xfrm>
                <a:off x="7407737" y="229004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D</a:t>
                </a:r>
              </a:p>
            </p:txBody>
          </p:sp>
        </p:grpSp>
        <p:grpSp>
          <p:nvGrpSpPr>
            <p:cNvPr id="135" name="组合 134">
              <a:extLst>
                <a:ext uri="{FF2B5EF4-FFF2-40B4-BE49-F238E27FC236}">
                  <a16:creationId xmlns:a16="http://schemas.microsoft.com/office/drawing/2014/main" id="{03CE8D6F-CB76-4568-B74D-995A657851AB}"/>
                </a:ext>
              </a:extLst>
            </p:cNvPr>
            <p:cNvGrpSpPr/>
            <p:nvPr/>
          </p:nvGrpSpPr>
          <p:grpSpPr>
            <a:xfrm>
              <a:off x="3887950" y="1003584"/>
              <a:ext cx="3380378" cy="4050723"/>
              <a:chOff x="3887950" y="1003584"/>
              <a:chExt cx="3380378" cy="4050723"/>
            </a:xfrm>
          </p:grpSpPr>
          <p:sp>
            <p:nvSpPr>
              <p:cNvPr id="99" name="文本框 98">
                <a:extLst>
                  <a:ext uri="{FF2B5EF4-FFF2-40B4-BE49-F238E27FC236}">
                    <a16:creationId xmlns:a16="http://schemas.microsoft.com/office/drawing/2014/main" id="{383860D8-97B0-4838-9CA2-E88A2AF90D23}"/>
                  </a:ext>
                </a:extLst>
              </p:cNvPr>
              <p:cNvSpPr txBox="1"/>
              <p:nvPr/>
            </p:nvSpPr>
            <p:spPr>
              <a:xfrm>
                <a:off x="3887950" y="3107245"/>
                <a:ext cx="750926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(0,0)</a:t>
                </a:r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00" name="文本框 99">
                <a:extLst>
                  <a:ext uri="{FF2B5EF4-FFF2-40B4-BE49-F238E27FC236}">
                    <a16:creationId xmlns:a16="http://schemas.microsoft.com/office/drawing/2014/main" id="{55D887B3-E3E3-431E-A6B9-3E8A7A6D4517}"/>
                  </a:ext>
                </a:extLst>
              </p:cNvPr>
              <p:cNvSpPr txBox="1"/>
              <p:nvPr/>
            </p:nvSpPr>
            <p:spPr>
              <a:xfrm>
                <a:off x="4413884" y="2581314"/>
                <a:ext cx="750926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(1,0)</a:t>
                </a:r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01" name="文本框 100">
                <a:extLst>
                  <a:ext uri="{FF2B5EF4-FFF2-40B4-BE49-F238E27FC236}">
                    <a16:creationId xmlns:a16="http://schemas.microsoft.com/office/drawing/2014/main" id="{3753FA94-1DE0-4235-9BB9-E97CC02EDD13}"/>
                  </a:ext>
                </a:extLst>
              </p:cNvPr>
              <p:cNvSpPr txBox="1"/>
              <p:nvPr/>
            </p:nvSpPr>
            <p:spPr>
              <a:xfrm>
                <a:off x="6517402" y="3628977"/>
                <a:ext cx="750926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8CCB9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(5,6)</a:t>
                </a:r>
                <a:endParaRPr lang="zh-CN" altLang="en-US" dirty="0">
                  <a:solidFill>
                    <a:srgbClr val="F8CCB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02" name="文本框 101">
                <a:extLst>
                  <a:ext uri="{FF2B5EF4-FFF2-40B4-BE49-F238E27FC236}">
                    <a16:creationId xmlns:a16="http://schemas.microsoft.com/office/drawing/2014/main" id="{2217607A-2329-4994-9AA3-FEA5C5771C0B}"/>
                  </a:ext>
                </a:extLst>
              </p:cNvPr>
              <p:cNvSpPr txBox="1"/>
              <p:nvPr/>
            </p:nvSpPr>
            <p:spPr>
              <a:xfrm>
                <a:off x="4939823" y="3107245"/>
                <a:ext cx="750926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8CCB9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(2,2)</a:t>
                </a:r>
                <a:endParaRPr lang="zh-CN" altLang="en-US" dirty="0">
                  <a:solidFill>
                    <a:srgbClr val="F8CCB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03" name="文本框 102">
                <a:extLst>
                  <a:ext uri="{FF2B5EF4-FFF2-40B4-BE49-F238E27FC236}">
                    <a16:creationId xmlns:a16="http://schemas.microsoft.com/office/drawing/2014/main" id="{F1F83CC7-4DF4-41E2-B178-82F1F22C5E1F}"/>
                  </a:ext>
                </a:extLst>
              </p:cNvPr>
              <p:cNvSpPr txBox="1"/>
              <p:nvPr/>
            </p:nvSpPr>
            <p:spPr>
              <a:xfrm>
                <a:off x="4939823" y="2055383"/>
                <a:ext cx="750926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(3,1)</a:t>
                </a:r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04" name="文本框 103">
                <a:extLst>
                  <a:ext uri="{FF2B5EF4-FFF2-40B4-BE49-F238E27FC236}">
                    <a16:creationId xmlns:a16="http://schemas.microsoft.com/office/drawing/2014/main" id="{08476E0A-FD76-48D4-98E6-35DEF9AC09F7}"/>
                  </a:ext>
                </a:extLst>
              </p:cNvPr>
              <p:cNvSpPr txBox="1"/>
              <p:nvPr/>
            </p:nvSpPr>
            <p:spPr>
              <a:xfrm>
                <a:off x="4939823" y="4159107"/>
                <a:ext cx="750926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8CCB9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(2,4)</a:t>
                </a:r>
                <a:endParaRPr lang="zh-CN" altLang="en-US" dirty="0">
                  <a:solidFill>
                    <a:srgbClr val="F8CCB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05" name="文本框 104">
                <a:extLst>
                  <a:ext uri="{FF2B5EF4-FFF2-40B4-BE49-F238E27FC236}">
                    <a16:creationId xmlns:a16="http://schemas.microsoft.com/office/drawing/2014/main" id="{4D4F8BEE-3613-44A9-8868-35B85DF596A4}"/>
                  </a:ext>
                </a:extLst>
              </p:cNvPr>
              <p:cNvSpPr txBox="1"/>
              <p:nvPr/>
            </p:nvSpPr>
            <p:spPr>
              <a:xfrm>
                <a:off x="5464078" y="3633176"/>
                <a:ext cx="750926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8CCB9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(4,5)</a:t>
                </a:r>
                <a:endParaRPr lang="zh-CN" altLang="en-US" dirty="0">
                  <a:solidFill>
                    <a:srgbClr val="F8CCB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06" name="文本框 105">
                <a:extLst>
                  <a:ext uri="{FF2B5EF4-FFF2-40B4-BE49-F238E27FC236}">
                    <a16:creationId xmlns:a16="http://schemas.microsoft.com/office/drawing/2014/main" id="{DCF8E99C-4FDE-4AFA-A159-7307AA1FD1AB}"/>
                  </a:ext>
                </a:extLst>
              </p:cNvPr>
              <p:cNvSpPr txBox="1"/>
              <p:nvPr/>
            </p:nvSpPr>
            <p:spPr>
              <a:xfrm>
                <a:off x="5464078" y="2581314"/>
                <a:ext cx="750926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(5,4)</a:t>
                </a:r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07" name="文本框 106">
                <a:extLst>
                  <a:ext uri="{FF2B5EF4-FFF2-40B4-BE49-F238E27FC236}">
                    <a16:creationId xmlns:a16="http://schemas.microsoft.com/office/drawing/2014/main" id="{E4698780-6CDB-47E8-ACFE-E01C497D2595}"/>
                  </a:ext>
                </a:extLst>
              </p:cNvPr>
              <p:cNvSpPr txBox="1"/>
              <p:nvPr/>
            </p:nvSpPr>
            <p:spPr>
              <a:xfrm>
                <a:off x="5464078" y="1529515"/>
                <a:ext cx="750926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8CCB9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(5,2)</a:t>
                </a:r>
                <a:endParaRPr lang="zh-CN" altLang="en-US" dirty="0">
                  <a:solidFill>
                    <a:srgbClr val="F8CCB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08" name="文本框 107">
                <a:extLst>
                  <a:ext uri="{FF2B5EF4-FFF2-40B4-BE49-F238E27FC236}">
                    <a16:creationId xmlns:a16="http://schemas.microsoft.com/office/drawing/2014/main" id="{656D88FB-541A-43FD-8B57-1DADA3DBB1AC}"/>
                  </a:ext>
                </a:extLst>
              </p:cNvPr>
              <p:cNvSpPr txBox="1"/>
              <p:nvPr/>
            </p:nvSpPr>
            <p:spPr>
              <a:xfrm>
                <a:off x="5464078" y="4684975"/>
                <a:ext cx="750926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8CCB9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(3,6)</a:t>
                </a:r>
                <a:endParaRPr lang="zh-CN" altLang="en-US" dirty="0">
                  <a:solidFill>
                    <a:srgbClr val="F8CCB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09" name="文本框 108">
                <a:extLst>
                  <a:ext uri="{FF2B5EF4-FFF2-40B4-BE49-F238E27FC236}">
                    <a16:creationId xmlns:a16="http://schemas.microsoft.com/office/drawing/2014/main" id="{20CCF91F-3FF8-49C6-B8A8-E268049E6B37}"/>
                  </a:ext>
                </a:extLst>
              </p:cNvPr>
              <p:cNvSpPr txBox="1"/>
              <p:nvPr/>
            </p:nvSpPr>
            <p:spPr>
              <a:xfrm>
                <a:off x="5990376" y="4159044"/>
                <a:ext cx="750926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8CCB9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(4,6)</a:t>
                </a:r>
                <a:endParaRPr lang="zh-CN" altLang="en-US" dirty="0">
                  <a:solidFill>
                    <a:srgbClr val="F8CCB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10" name="文本框 109">
                <a:extLst>
                  <a:ext uri="{FF2B5EF4-FFF2-40B4-BE49-F238E27FC236}">
                    <a16:creationId xmlns:a16="http://schemas.microsoft.com/office/drawing/2014/main" id="{EE1400E9-3A23-4AEF-A46A-0253C61EDFD6}"/>
                  </a:ext>
                </a:extLst>
              </p:cNvPr>
              <p:cNvSpPr txBox="1"/>
              <p:nvPr/>
            </p:nvSpPr>
            <p:spPr>
              <a:xfrm>
                <a:off x="5990376" y="3107245"/>
                <a:ext cx="750926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8CCB9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(5,5)</a:t>
                </a:r>
                <a:endParaRPr lang="zh-CN" altLang="en-US" dirty="0">
                  <a:solidFill>
                    <a:srgbClr val="F8CCB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11" name="文本框 110">
                <a:extLst>
                  <a:ext uri="{FF2B5EF4-FFF2-40B4-BE49-F238E27FC236}">
                    <a16:creationId xmlns:a16="http://schemas.microsoft.com/office/drawing/2014/main" id="{DC10733A-C4A8-4739-B219-9A9EBF690984}"/>
                  </a:ext>
                </a:extLst>
              </p:cNvPr>
              <p:cNvSpPr txBox="1"/>
              <p:nvPr/>
            </p:nvSpPr>
            <p:spPr>
              <a:xfrm>
                <a:off x="5990376" y="2055383"/>
                <a:ext cx="750926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(7,5)</a:t>
                </a:r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12" name="文本框 111">
                <a:extLst>
                  <a:ext uri="{FF2B5EF4-FFF2-40B4-BE49-F238E27FC236}">
                    <a16:creationId xmlns:a16="http://schemas.microsoft.com/office/drawing/2014/main" id="{07D421A0-B001-4604-A221-8B7A6D68864E}"/>
                  </a:ext>
                </a:extLst>
              </p:cNvPr>
              <p:cNvSpPr txBox="1"/>
              <p:nvPr/>
            </p:nvSpPr>
            <p:spPr>
              <a:xfrm>
                <a:off x="5990376" y="1003584"/>
                <a:ext cx="750926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8CCB9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(7,3)</a:t>
                </a:r>
                <a:endParaRPr lang="zh-CN" altLang="en-US" dirty="0">
                  <a:solidFill>
                    <a:srgbClr val="F8CCB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13" name="文本框 112">
                <a:extLst>
                  <a:ext uri="{FF2B5EF4-FFF2-40B4-BE49-F238E27FC236}">
                    <a16:creationId xmlns:a16="http://schemas.microsoft.com/office/drawing/2014/main" id="{F157DFBD-4AFC-4D8F-9321-FFBB9FEEAFCC}"/>
                  </a:ext>
                </a:extLst>
              </p:cNvPr>
              <p:cNvSpPr txBox="1"/>
              <p:nvPr/>
            </p:nvSpPr>
            <p:spPr>
              <a:xfrm>
                <a:off x="6516310" y="2581314"/>
                <a:ext cx="750926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b="1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(7,6)</a:t>
                </a:r>
                <a:endParaRPr lang="zh-CN" altLang="en-US" b="1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14" name="文本框 113">
                <a:extLst>
                  <a:ext uri="{FF2B5EF4-FFF2-40B4-BE49-F238E27FC236}">
                    <a16:creationId xmlns:a16="http://schemas.microsoft.com/office/drawing/2014/main" id="{A1E43EBB-DAE0-4163-A021-B89BC38BB052}"/>
                  </a:ext>
                </a:extLst>
              </p:cNvPr>
              <p:cNvSpPr txBox="1"/>
              <p:nvPr/>
            </p:nvSpPr>
            <p:spPr>
              <a:xfrm>
                <a:off x="4413884" y="3628977"/>
                <a:ext cx="750926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8CCB9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(0,1)</a:t>
                </a:r>
                <a:endParaRPr lang="zh-CN" altLang="en-US" dirty="0">
                  <a:solidFill>
                    <a:srgbClr val="F8CCB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cxnSp>
            <p:nvCxnSpPr>
              <p:cNvPr id="115" name="直接连接符 114">
                <a:extLst>
                  <a:ext uri="{FF2B5EF4-FFF2-40B4-BE49-F238E27FC236}">
                    <a16:creationId xmlns:a16="http://schemas.microsoft.com/office/drawing/2014/main" id="{C78B130A-403E-41F2-ACF5-4224EEA138A4}"/>
                  </a:ext>
                </a:extLst>
              </p:cNvPr>
              <p:cNvCxnSpPr>
                <a:cxnSpLocks/>
                <a:endCxn id="99" idx="0"/>
              </p:cNvCxnSpPr>
              <p:nvPr/>
            </p:nvCxnSpPr>
            <p:spPr>
              <a:xfrm flipH="1">
                <a:off x="4263413" y="2950645"/>
                <a:ext cx="180000" cy="180000"/>
              </a:xfrm>
              <a:prstGeom prst="line">
                <a:avLst/>
              </a:prstGeom>
              <a:ln w="38100">
                <a:solidFill>
                  <a:srgbClr val="D74514"/>
                </a:solidFill>
                <a:headEnd type="none" w="lg" len="lg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直接连接符 117">
                <a:extLst>
                  <a:ext uri="{FF2B5EF4-FFF2-40B4-BE49-F238E27FC236}">
                    <a16:creationId xmlns:a16="http://schemas.microsoft.com/office/drawing/2014/main" id="{7D982A1F-8EA3-4BDD-8B4E-BD33730D6A5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266225" y="3476577"/>
                <a:ext cx="180000" cy="180000"/>
              </a:xfrm>
              <a:prstGeom prst="line">
                <a:avLst/>
              </a:prstGeom>
              <a:ln w="38100">
                <a:solidFill>
                  <a:srgbClr val="F8CCB9"/>
                </a:solidFill>
                <a:headEnd type="none" w="lg" len="lg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直接连接符 119">
                <a:extLst>
                  <a:ext uri="{FF2B5EF4-FFF2-40B4-BE49-F238E27FC236}">
                    <a16:creationId xmlns:a16="http://schemas.microsoft.com/office/drawing/2014/main" id="{2708646E-0A83-4700-86C6-9BF25FB5222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92863" y="2420515"/>
                <a:ext cx="180000" cy="180000"/>
              </a:xfrm>
              <a:prstGeom prst="line">
                <a:avLst/>
              </a:prstGeom>
              <a:ln w="38100">
                <a:solidFill>
                  <a:srgbClr val="D74514"/>
                </a:solidFill>
                <a:headEnd type="none" w="lg" len="lg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直接连接符 120">
                <a:extLst>
                  <a:ext uri="{FF2B5EF4-FFF2-40B4-BE49-F238E27FC236}">
                    <a16:creationId xmlns:a16="http://schemas.microsoft.com/office/drawing/2014/main" id="{D8405F12-1DC7-46C8-BD59-5E0A5536178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795675" y="2946447"/>
                <a:ext cx="180000" cy="180000"/>
              </a:xfrm>
              <a:prstGeom prst="line">
                <a:avLst/>
              </a:prstGeom>
              <a:ln w="38100">
                <a:solidFill>
                  <a:srgbClr val="F8CCB9"/>
                </a:solidFill>
                <a:headEnd type="none" w="lg" len="lg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直接连接符 121">
                <a:extLst>
                  <a:ext uri="{FF2B5EF4-FFF2-40B4-BE49-F238E27FC236}">
                    <a16:creationId xmlns:a16="http://schemas.microsoft.com/office/drawing/2014/main" id="{6E48A11D-377E-44AE-9BEE-65033A61AD5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08958" y="1887082"/>
                <a:ext cx="180000" cy="180000"/>
              </a:xfrm>
              <a:prstGeom prst="line">
                <a:avLst/>
              </a:prstGeom>
              <a:ln w="38100">
                <a:solidFill>
                  <a:srgbClr val="F8CCB9"/>
                </a:solidFill>
                <a:headEnd type="none" w="lg" len="lg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直接连接符 122">
                <a:extLst>
                  <a:ext uri="{FF2B5EF4-FFF2-40B4-BE49-F238E27FC236}">
                    <a16:creationId xmlns:a16="http://schemas.microsoft.com/office/drawing/2014/main" id="{605B8CF8-EE88-4C1E-B949-1D03F29EFF7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311770" y="2413014"/>
                <a:ext cx="180000" cy="180000"/>
              </a:xfrm>
              <a:prstGeom prst="line">
                <a:avLst/>
              </a:prstGeom>
              <a:ln w="38100">
                <a:solidFill>
                  <a:srgbClr val="D74514"/>
                </a:solidFill>
                <a:headEnd type="none" w="lg" len="lg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直接连接符 123">
                <a:extLst>
                  <a:ext uri="{FF2B5EF4-FFF2-40B4-BE49-F238E27FC236}">
                    <a16:creationId xmlns:a16="http://schemas.microsoft.com/office/drawing/2014/main" id="{0A398D74-4862-498F-AB1F-C9157CFC0B3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18603" y="3990776"/>
                <a:ext cx="180000" cy="180000"/>
              </a:xfrm>
              <a:prstGeom prst="line">
                <a:avLst/>
              </a:prstGeom>
              <a:ln w="38100">
                <a:solidFill>
                  <a:srgbClr val="F8CCB9"/>
                </a:solidFill>
                <a:headEnd type="none" w="lg" len="lg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直接连接符 124">
                <a:extLst>
                  <a:ext uri="{FF2B5EF4-FFF2-40B4-BE49-F238E27FC236}">
                    <a16:creationId xmlns:a16="http://schemas.microsoft.com/office/drawing/2014/main" id="{BE10AB5F-B0B1-4BA8-9F36-F11546EDDB1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321415" y="4516708"/>
                <a:ext cx="180000" cy="180000"/>
              </a:xfrm>
              <a:prstGeom prst="line">
                <a:avLst/>
              </a:prstGeom>
              <a:ln w="38100">
                <a:solidFill>
                  <a:srgbClr val="F8CCB9"/>
                </a:solidFill>
                <a:headEnd type="none" w="lg" len="lg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直接连接符 125">
                <a:extLst>
                  <a:ext uri="{FF2B5EF4-FFF2-40B4-BE49-F238E27FC236}">
                    <a16:creationId xmlns:a16="http://schemas.microsoft.com/office/drawing/2014/main" id="{6677C430-42C9-4C69-B024-F77F7DFA811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827865" y="2420515"/>
                <a:ext cx="180000" cy="180000"/>
              </a:xfrm>
              <a:prstGeom prst="line">
                <a:avLst/>
              </a:prstGeom>
              <a:ln w="38100">
                <a:solidFill>
                  <a:srgbClr val="D74514"/>
                </a:solidFill>
                <a:headEnd type="none" w="lg" len="lg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直接连接符 126">
                <a:extLst>
                  <a:ext uri="{FF2B5EF4-FFF2-40B4-BE49-F238E27FC236}">
                    <a16:creationId xmlns:a16="http://schemas.microsoft.com/office/drawing/2014/main" id="{9AB460CB-2F06-41A8-AAAD-079A77A90EB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830677" y="2946447"/>
                <a:ext cx="180000" cy="180000"/>
              </a:xfrm>
              <a:prstGeom prst="line">
                <a:avLst/>
              </a:prstGeom>
              <a:ln w="38100">
                <a:solidFill>
                  <a:srgbClr val="F8CCB9"/>
                </a:solidFill>
                <a:headEnd type="none" w="lg" len="lg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直接连接符 127">
                <a:extLst>
                  <a:ext uri="{FF2B5EF4-FFF2-40B4-BE49-F238E27FC236}">
                    <a16:creationId xmlns:a16="http://schemas.microsoft.com/office/drawing/2014/main" id="{57BC5878-1489-4844-8300-D57C5AA74FC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792863" y="3990776"/>
                <a:ext cx="180000" cy="180000"/>
              </a:xfrm>
              <a:prstGeom prst="line">
                <a:avLst/>
              </a:prstGeom>
              <a:ln w="38100">
                <a:solidFill>
                  <a:srgbClr val="F8CCB9"/>
                </a:solidFill>
                <a:headEnd type="none" w="lg" len="lg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直接连接符 128">
                <a:extLst>
                  <a:ext uri="{FF2B5EF4-FFF2-40B4-BE49-F238E27FC236}">
                    <a16:creationId xmlns:a16="http://schemas.microsoft.com/office/drawing/2014/main" id="{F04FFC60-A4FC-4FB6-8B64-4EA17D3FA29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844343" y="3998309"/>
                <a:ext cx="180000" cy="180000"/>
              </a:xfrm>
              <a:prstGeom prst="line">
                <a:avLst/>
              </a:prstGeom>
              <a:ln w="38100">
                <a:solidFill>
                  <a:srgbClr val="F8CCB9"/>
                </a:solidFill>
                <a:headEnd type="none" w="lg" len="lg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直接连接符 129">
                <a:extLst>
                  <a:ext uri="{FF2B5EF4-FFF2-40B4-BE49-F238E27FC236}">
                    <a16:creationId xmlns:a16="http://schemas.microsoft.com/office/drawing/2014/main" id="{987B365E-F33C-4555-A59A-9411C8E63EF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360479" y="3470588"/>
                <a:ext cx="180000" cy="180000"/>
              </a:xfrm>
              <a:prstGeom prst="line">
                <a:avLst/>
              </a:prstGeom>
              <a:ln w="38100">
                <a:solidFill>
                  <a:srgbClr val="F8CCB9"/>
                </a:solidFill>
                <a:headEnd type="none" w="lg" len="lg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直接连接符 130">
                <a:extLst>
                  <a:ext uri="{FF2B5EF4-FFF2-40B4-BE49-F238E27FC236}">
                    <a16:creationId xmlns:a16="http://schemas.microsoft.com/office/drawing/2014/main" id="{4E40D54B-05A9-4F5A-AA36-5BA31A84A1F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367155" y="2424158"/>
                <a:ext cx="180000" cy="180000"/>
              </a:xfrm>
              <a:prstGeom prst="line">
                <a:avLst/>
              </a:prstGeom>
              <a:ln w="38100">
                <a:solidFill>
                  <a:srgbClr val="D74514"/>
                </a:solidFill>
                <a:headEnd type="none" w="lg" len="lg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直接连接符 131">
                <a:extLst>
                  <a:ext uri="{FF2B5EF4-FFF2-40B4-BE49-F238E27FC236}">
                    <a16:creationId xmlns:a16="http://schemas.microsoft.com/office/drawing/2014/main" id="{65E42FBA-2803-4BE7-935E-A3A423F4E81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844343" y="1369922"/>
                <a:ext cx="180000" cy="180000"/>
              </a:xfrm>
              <a:prstGeom prst="line">
                <a:avLst/>
              </a:prstGeom>
              <a:ln w="38100">
                <a:solidFill>
                  <a:srgbClr val="F8CCB9"/>
                </a:solidFill>
                <a:headEnd type="none" w="lg" len="lg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1178281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5">
            <a:extLst>
              <a:ext uri="{FF2B5EF4-FFF2-40B4-BE49-F238E27FC236}">
                <a16:creationId xmlns:a16="http://schemas.microsoft.com/office/drawing/2014/main" id="{62B40497-AB20-42B7-B031-96458B13B82E}"/>
              </a:ext>
            </a:extLst>
          </p:cNvPr>
          <p:cNvGrpSpPr/>
          <p:nvPr/>
        </p:nvGrpSpPr>
        <p:grpSpPr>
          <a:xfrm>
            <a:off x="771209" y="1146316"/>
            <a:ext cx="3465035" cy="2726889"/>
            <a:chOff x="771209" y="1146316"/>
            <a:chExt cx="3465035" cy="2726889"/>
          </a:xfrm>
        </p:grpSpPr>
        <p:cxnSp>
          <p:nvCxnSpPr>
            <p:cNvPr id="3" name="直接箭头连接符 2">
              <a:extLst>
                <a:ext uri="{FF2B5EF4-FFF2-40B4-BE49-F238E27FC236}">
                  <a16:creationId xmlns:a16="http://schemas.microsoft.com/office/drawing/2014/main" id="{31EC4580-4E03-41D4-A560-306A7C87210A}"/>
                </a:ext>
              </a:extLst>
            </p:cNvPr>
            <p:cNvCxnSpPr>
              <a:cxnSpLocks/>
            </p:cNvCxnSpPr>
            <p:nvPr/>
          </p:nvCxnSpPr>
          <p:spPr>
            <a:xfrm>
              <a:off x="771209" y="1554698"/>
              <a:ext cx="3465035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直接箭头连接符 3">
              <a:extLst>
                <a:ext uri="{FF2B5EF4-FFF2-40B4-BE49-F238E27FC236}">
                  <a16:creationId xmlns:a16="http://schemas.microsoft.com/office/drawing/2014/main" id="{08F61548-5447-47FA-8F66-2997F56C5A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64687" y="1146316"/>
              <a:ext cx="0" cy="272688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FD2E8929-54DE-4EF0-9667-111347314DB3}"/>
                    </a:ext>
                  </a:extLst>
                </p:cNvPr>
                <p:cNvSpPr txBox="1"/>
                <p:nvPr/>
              </p:nvSpPr>
              <p:spPr>
                <a:xfrm>
                  <a:off x="4039284" y="1176761"/>
                  <a:ext cx="196959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𝑥</m:t>
                        </m:r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FD2E8929-54DE-4EF0-9667-111347314D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39284" y="1176761"/>
                  <a:ext cx="196959" cy="370294"/>
                </a:xfrm>
                <a:prstGeom prst="rect">
                  <a:avLst/>
                </a:prstGeom>
                <a:blipFill>
                  <a:blip r:embed="rId2"/>
                  <a:stretch>
                    <a:fillRect l="-3125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E7BAE5C9-CB39-4E4F-B88F-A23454BBA85C}"/>
                    </a:ext>
                  </a:extLst>
                </p:cNvPr>
                <p:cNvSpPr txBox="1"/>
                <p:nvPr/>
              </p:nvSpPr>
              <p:spPr>
                <a:xfrm>
                  <a:off x="2651348" y="1146316"/>
                  <a:ext cx="196959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𝑦</m:t>
                        </m:r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E7BAE5C9-CB39-4E4F-B88F-A23454BBA8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51348" y="1146316"/>
                  <a:ext cx="196959" cy="370294"/>
                </a:xfrm>
                <a:prstGeom prst="rect">
                  <a:avLst/>
                </a:prstGeom>
                <a:blipFill>
                  <a:blip r:embed="rId3"/>
                  <a:stretch>
                    <a:fillRect l="-43750" r="-9375" b="-819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直接箭头连接符 9">
              <a:extLst>
                <a:ext uri="{FF2B5EF4-FFF2-40B4-BE49-F238E27FC236}">
                  <a16:creationId xmlns:a16="http://schemas.microsoft.com/office/drawing/2014/main" id="{DA957B38-CC3E-4E24-B31E-D87900638503}"/>
                </a:ext>
              </a:extLst>
            </p:cNvPr>
            <p:cNvCxnSpPr>
              <a:cxnSpLocks/>
            </p:cNvCxnSpPr>
            <p:nvPr/>
          </p:nvCxnSpPr>
          <p:spPr>
            <a:xfrm>
              <a:off x="2564687" y="1547055"/>
              <a:ext cx="1016713" cy="1748595"/>
            </a:xfrm>
            <a:prstGeom prst="straightConnector1">
              <a:avLst/>
            </a:prstGeom>
            <a:ln w="25400">
              <a:solidFill>
                <a:srgbClr val="D74514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椭圆 12">
                  <a:extLst>
                    <a:ext uri="{FF2B5EF4-FFF2-40B4-BE49-F238E27FC236}">
                      <a16:creationId xmlns:a16="http://schemas.microsoft.com/office/drawing/2014/main" id="{56133519-191E-46E7-8AF8-0DF0CE1E1BD1}"/>
                    </a:ext>
                  </a:extLst>
                </p:cNvPr>
                <p:cNvSpPr/>
                <p:nvPr/>
              </p:nvSpPr>
              <p:spPr>
                <a:xfrm>
                  <a:off x="3362739" y="3084632"/>
                  <a:ext cx="437322" cy="437322"/>
                </a:xfrm>
                <a:prstGeom prst="ellipse">
                  <a:avLst/>
                </a:prstGeom>
                <a:solidFill>
                  <a:srgbClr val="D74514"/>
                </a:solidFill>
                <a:ln w="25400">
                  <a:solidFill>
                    <a:srgbClr val="D7451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   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𝒎</m:t>
                        </m:r>
                      </m:oMath>
                    </m:oMathPara>
                  </a14:m>
                  <a:endParaRPr lang="zh-CN" altLang="en-US" b="1" dirty="0"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</mc:Choice>
          <mc:Fallback xmlns="">
            <p:sp>
              <p:nvSpPr>
                <p:cNvPr id="13" name="椭圆 12">
                  <a:extLst>
                    <a:ext uri="{FF2B5EF4-FFF2-40B4-BE49-F238E27FC236}">
                      <a16:creationId xmlns:a16="http://schemas.microsoft.com/office/drawing/2014/main" id="{56133519-191E-46E7-8AF8-0DF0CE1E1BD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62739" y="3084632"/>
                  <a:ext cx="437322" cy="437322"/>
                </a:xfrm>
                <a:prstGeom prst="ellipse">
                  <a:avLst/>
                </a:prstGeom>
                <a:blipFill>
                  <a:blip r:embed="rId4"/>
                  <a:stretch>
                    <a:fillRect l="-6667"/>
                  </a:stretch>
                </a:blipFill>
                <a:ln w="25400">
                  <a:solidFill>
                    <a:srgbClr val="D74514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06D46CE8-85DB-497C-8541-E8A1E6DE4B04}"/>
                    </a:ext>
                  </a:extLst>
                </p:cNvPr>
                <p:cNvSpPr txBox="1"/>
                <p:nvPr/>
              </p:nvSpPr>
              <p:spPr>
                <a:xfrm>
                  <a:off x="3165780" y="2134518"/>
                  <a:ext cx="196959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𝐿</m:t>
                        </m:r>
                      </m:oMath>
                    </m:oMathPara>
                  </a14:m>
                  <a:endParaRPr lang="en-US" altLang="zh-CN" b="0" dirty="0">
                    <a:solidFill>
                      <a:srgbClr val="D7451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06D46CE8-85DB-497C-8541-E8A1E6DE4B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65780" y="2134518"/>
                  <a:ext cx="196959" cy="370294"/>
                </a:xfrm>
                <a:prstGeom prst="rect">
                  <a:avLst/>
                </a:prstGeom>
                <a:blipFill>
                  <a:blip r:embed="rId5"/>
                  <a:stretch>
                    <a:fillRect l="-39394" r="-30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C3ED608B-3FF3-43BC-9E5A-42E61134D33F}"/>
                    </a:ext>
                  </a:extLst>
                </p:cNvPr>
                <p:cNvSpPr txBox="1"/>
                <p:nvPr/>
              </p:nvSpPr>
              <p:spPr>
                <a:xfrm>
                  <a:off x="2596670" y="1726135"/>
                  <a:ext cx="196959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0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𝜃</m:t>
                        </m:r>
                      </m:oMath>
                    </m:oMathPara>
                  </a14:m>
                  <a:endParaRPr lang="en-US" altLang="zh-CN" b="0" dirty="0">
                    <a:solidFill>
                      <a:srgbClr val="D7451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C3ED608B-3FF3-43BC-9E5A-42E61134D3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96670" y="1726135"/>
                  <a:ext cx="196959" cy="370294"/>
                </a:xfrm>
                <a:prstGeom prst="rect">
                  <a:avLst/>
                </a:prstGeom>
                <a:blipFill>
                  <a:blip r:embed="rId6"/>
                  <a:stretch>
                    <a:fillRect l="-43750" r="-625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BC81A0C1-8862-4FBA-AB5C-6A839790ED96}"/>
              </a:ext>
            </a:extLst>
          </p:cNvPr>
          <p:cNvGrpSpPr/>
          <p:nvPr/>
        </p:nvGrpSpPr>
        <p:grpSpPr>
          <a:xfrm>
            <a:off x="4837335" y="1138977"/>
            <a:ext cx="3465035" cy="2726889"/>
            <a:chOff x="4837335" y="1138977"/>
            <a:chExt cx="3465035" cy="2726889"/>
          </a:xfrm>
        </p:grpSpPr>
        <p:cxnSp>
          <p:nvCxnSpPr>
            <p:cNvPr id="18" name="直接箭头连接符 17">
              <a:extLst>
                <a:ext uri="{FF2B5EF4-FFF2-40B4-BE49-F238E27FC236}">
                  <a16:creationId xmlns:a16="http://schemas.microsoft.com/office/drawing/2014/main" id="{1A17B2FD-B009-41E1-A22D-488054CFA1F9}"/>
                </a:ext>
              </a:extLst>
            </p:cNvPr>
            <p:cNvCxnSpPr>
              <a:cxnSpLocks/>
            </p:cNvCxnSpPr>
            <p:nvPr/>
          </p:nvCxnSpPr>
          <p:spPr>
            <a:xfrm>
              <a:off x="4837335" y="1547359"/>
              <a:ext cx="3465035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箭头连接符 18">
              <a:extLst>
                <a:ext uri="{FF2B5EF4-FFF2-40B4-BE49-F238E27FC236}">
                  <a16:creationId xmlns:a16="http://schemas.microsoft.com/office/drawing/2014/main" id="{14AACA04-D921-4C58-86AD-461B476544D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30813" y="1138977"/>
              <a:ext cx="0" cy="272688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9B22B600-6C8D-4867-B2BB-5C7F6DBC4611}"/>
                    </a:ext>
                  </a:extLst>
                </p:cNvPr>
                <p:cNvSpPr txBox="1"/>
                <p:nvPr/>
              </p:nvSpPr>
              <p:spPr>
                <a:xfrm>
                  <a:off x="8105410" y="1169422"/>
                  <a:ext cx="196959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𝑥</m:t>
                        </m:r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9B22B600-6C8D-4867-B2BB-5C7F6DBC46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05410" y="1169422"/>
                  <a:ext cx="196959" cy="370294"/>
                </a:xfrm>
                <a:prstGeom prst="rect">
                  <a:avLst/>
                </a:prstGeom>
                <a:blipFill>
                  <a:blip r:embed="rId7"/>
                  <a:stretch>
                    <a:fillRect l="-3125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2E946125-F463-4087-BA2A-C344F2099A1E}"/>
                    </a:ext>
                  </a:extLst>
                </p:cNvPr>
                <p:cNvSpPr txBox="1"/>
                <p:nvPr/>
              </p:nvSpPr>
              <p:spPr>
                <a:xfrm>
                  <a:off x="6717474" y="1138977"/>
                  <a:ext cx="196959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𝑦</m:t>
                        </m:r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2E946125-F463-4087-BA2A-C344F2099A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17474" y="1138977"/>
                  <a:ext cx="196959" cy="370294"/>
                </a:xfrm>
                <a:prstGeom prst="rect">
                  <a:avLst/>
                </a:prstGeom>
                <a:blipFill>
                  <a:blip r:embed="rId8"/>
                  <a:stretch>
                    <a:fillRect l="-43750" r="-9375" b="-819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2" name="直接箭头连接符 21">
              <a:extLst>
                <a:ext uri="{FF2B5EF4-FFF2-40B4-BE49-F238E27FC236}">
                  <a16:creationId xmlns:a16="http://schemas.microsoft.com/office/drawing/2014/main" id="{2CF0417C-BAF0-4A8A-B29B-A716C826B6AA}"/>
                </a:ext>
              </a:extLst>
            </p:cNvPr>
            <p:cNvCxnSpPr>
              <a:cxnSpLocks/>
            </p:cNvCxnSpPr>
            <p:nvPr/>
          </p:nvCxnSpPr>
          <p:spPr>
            <a:xfrm>
              <a:off x="6630813" y="1539716"/>
              <a:ext cx="1016713" cy="1748595"/>
            </a:xfrm>
            <a:prstGeom prst="straightConnector1">
              <a:avLst/>
            </a:prstGeom>
            <a:ln w="25400">
              <a:solidFill>
                <a:srgbClr val="D74514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椭圆 22">
                  <a:extLst>
                    <a:ext uri="{FF2B5EF4-FFF2-40B4-BE49-F238E27FC236}">
                      <a16:creationId xmlns:a16="http://schemas.microsoft.com/office/drawing/2014/main" id="{8A943B1B-6D71-4783-9D7B-08D6B035F7BD}"/>
                    </a:ext>
                  </a:extLst>
                </p:cNvPr>
                <p:cNvSpPr/>
                <p:nvPr/>
              </p:nvSpPr>
              <p:spPr>
                <a:xfrm>
                  <a:off x="7428865" y="3077293"/>
                  <a:ext cx="437322" cy="437322"/>
                </a:xfrm>
                <a:prstGeom prst="ellipse">
                  <a:avLst/>
                </a:prstGeom>
                <a:solidFill>
                  <a:srgbClr val="D74514"/>
                </a:solidFill>
                <a:ln w="25400">
                  <a:solidFill>
                    <a:srgbClr val="D7451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   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𝒎</m:t>
                        </m:r>
                      </m:oMath>
                    </m:oMathPara>
                  </a14:m>
                  <a:endParaRPr lang="zh-CN" altLang="en-US" b="1" dirty="0"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</mc:Choice>
          <mc:Fallback xmlns="">
            <p:sp>
              <p:nvSpPr>
                <p:cNvPr id="23" name="椭圆 22">
                  <a:extLst>
                    <a:ext uri="{FF2B5EF4-FFF2-40B4-BE49-F238E27FC236}">
                      <a16:creationId xmlns:a16="http://schemas.microsoft.com/office/drawing/2014/main" id="{8A943B1B-6D71-4783-9D7B-08D6B035F7B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28865" y="3077293"/>
                  <a:ext cx="437322" cy="437322"/>
                </a:xfrm>
                <a:prstGeom prst="ellipse">
                  <a:avLst/>
                </a:prstGeom>
                <a:blipFill>
                  <a:blip r:embed="rId9"/>
                  <a:stretch>
                    <a:fillRect l="-6667"/>
                  </a:stretch>
                </a:blipFill>
                <a:ln w="25400">
                  <a:solidFill>
                    <a:srgbClr val="D74514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0A2863B5-30E4-4442-9C28-88552A966C6A}"/>
                    </a:ext>
                  </a:extLst>
                </p:cNvPr>
                <p:cNvSpPr txBox="1"/>
                <p:nvPr/>
              </p:nvSpPr>
              <p:spPr>
                <a:xfrm>
                  <a:off x="6980462" y="2336319"/>
                  <a:ext cx="196959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𝐿</m:t>
                        </m:r>
                      </m:oMath>
                    </m:oMathPara>
                  </a14:m>
                  <a:endParaRPr lang="en-US" altLang="zh-CN" b="0" dirty="0">
                    <a:solidFill>
                      <a:srgbClr val="D7451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0A2863B5-30E4-4442-9C28-88552A966C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80462" y="2336319"/>
                  <a:ext cx="196959" cy="370294"/>
                </a:xfrm>
                <a:prstGeom prst="rect">
                  <a:avLst/>
                </a:prstGeom>
                <a:blipFill>
                  <a:blip r:embed="rId10"/>
                  <a:stretch>
                    <a:fillRect l="-40625" r="-625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81D8EC41-0A07-4805-85A9-D31EF7C9BAAC}"/>
                    </a:ext>
                  </a:extLst>
                </p:cNvPr>
                <p:cNvSpPr txBox="1"/>
                <p:nvPr/>
              </p:nvSpPr>
              <p:spPr>
                <a:xfrm>
                  <a:off x="6662796" y="1718796"/>
                  <a:ext cx="196959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0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𝜃</m:t>
                        </m:r>
                      </m:oMath>
                    </m:oMathPara>
                  </a14:m>
                  <a:endParaRPr lang="en-US" altLang="zh-CN" b="0" dirty="0">
                    <a:solidFill>
                      <a:srgbClr val="D7451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81D8EC41-0A07-4805-85A9-D31EF7C9BA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2796" y="1718796"/>
                  <a:ext cx="196959" cy="370294"/>
                </a:xfrm>
                <a:prstGeom prst="rect">
                  <a:avLst/>
                </a:prstGeom>
                <a:blipFill>
                  <a:blip r:embed="rId11"/>
                  <a:stretch>
                    <a:fillRect l="-43750" r="-625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6" name="直接箭头连接符 25">
              <a:extLst>
                <a:ext uri="{FF2B5EF4-FFF2-40B4-BE49-F238E27FC236}">
                  <a16:creationId xmlns:a16="http://schemas.microsoft.com/office/drawing/2014/main" id="{A39DBA2A-83DF-420F-A833-ACB12B229630}"/>
                </a:ext>
              </a:extLst>
            </p:cNvPr>
            <p:cNvCxnSpPr>
              <a:cxnSpLocks/>
            </p:cNvCxnSpPr>
            <p:nvPr/>
          </p:nvCxnSpPr>
          <p:spPr>
            <a:xfrm>
              <a:off x="6717473" y="1462021"/>
              <a:ext cx="683688" cy="1135129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ysDash"/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485CABC5-FFB1-4694-AA57-82F9E7F389E0}"/>
                </a:ext>
              </a:extLst>
            </p:cNvPr>
            <p:cNvCxnSpPr>
              <a:cxnSpLocks/>
            </p:cNvCxnSpPr>
            <p:nvPr/>
          </p:nvCxnSpPr>
          <p:spPr>
            <a:xfrm>
              <a:off x="7401161" y="2597150"/>
              <a:ext cx="246364" cy="445052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ysDash"/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2422F291-2A48-434E-B411-6AFEF7D03FC3}"/>
                    </a:ext>
                  </a:extLst>
                </p:cNvPr>
                <p:cNvSpPr txBox="1"/>
                <p:nvPr/>
              </p:nvSpPr>
              <p:spPr>
                <a:xfrm>
                  <a:off x="7204202" y="1804503"/>
                  <a:ext cx="196959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𝐿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2422F291-2A48-434E-B411-6AFEF7D03F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04202" y="1804503"/>
                  <a:ext cx="196959" cy="370294"/>
                </a:xfrm>
                <a:prstGeom prst="rect">
                  <a:avLst/>
                </a:prstGeom>
                <a:blipFill>
                  <a:blip r:embed="rId12"/>
                  <a:stretch>
                    <a:fillRect l="-68750" r="-1562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D9EE3322-1372-47FE-ACAE-9AFF891BD680}"/>
                    </a:ext>
                  </a:extLst>
                </p:cNvPr>
                <p:cNvSpPr txBox="1"/>
                <p:nvPr/>
              </p:nvSpPr>
              <p:spPr>
                <a:xfrm>
                  <a:off x="7635705" y="2510241"/>
                  <a:ext cx="196959" cy="369332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𝐿</m:t>
                            </m:r>
                          </m:e>
                          <m:sup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′</m:t>
                            </m:r>
                          </m:sup>
                        </m:sSup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D9EE3322-1372-47FE-ACAE-9AFF891BD6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35705" y="2510241"/>
                  <a:ext cx="196959" cy="369332"/>
                </a:xfrm>
                <a:prstGeom prst="rect">
                  <a:avLst/>
                </a:prstGeom>
                <a:blipFill>
                  <a:blip r:embed="rId13"/>
                  <a:stretch>
                    <a:fillRect l="-5625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0150751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4" name="组合 163">
            <a:extLst>
              <a:ext uri="{FF2B5EF4-FFF2-40B4-BE49-F238E27FC236}">
                <a16:creationId xmlns:a16="http://schemas.microsoft.com/office/drawing/2014/main" id="{DE34ACBA-1D94-BB25-D440-3DDCBE0998C4}"/>
              </a:ext>
            </a:extLst>
          </p:cNvPr>
          <p:cNvGrpSpPr/>
          <p:nvPr/>
        </p:nvGrpSpPr>
        <p:grpSpPr>
          <a:xfrm>
            <a:off x="53340" y="4275043"/>
            <a:ext cx="10924698" cy="1585143"/>
            <a:chOff x="53340" y="4275043"/>
            <a:chExt cx="10924698" cy="1585143"/>
          </a:xfrm>
        </p:grpSpPr>
        <p:sp>
          <p:nvSpPr>
            <p:cNvPr id="145" name="矩形 144">
              <a:extLst>
                <a:ext uri="{FF2B5EF4-FFF2-40B4-BE49-F238E27FC236}">
                  <a16:creationId xmlns:a16="http://schemas.microsoft.com/office/drawing/2014/main" id="{5F7D2447-8361-1C99-3160-B93DE62C8033}"/>
                </a:ext>
              </a:extLst>
            </p:cNvPr>
            <p:cNvSpPr/>
            <p:nvPr/>
          </p:nvSpPr>
          <p:spPr>
            <a:xfrm>
              <a:off x="4651411" y="4275043"/>
              <a:ext cx="3424882" cy="1585143"/>
            </a:xfrm>
            <a:prstGeom prst="rect">
              <a:avLst/>
            </a:prstGeom>
            <a:solidFill>
              <a:srgbClr val="FDEFE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14" name="组合 113">
              <a:extLst>
                <a:ext uri="{FF2B5EF4-FFF2-40B4-BE49-F238E27FC236}">
                  <a16:creationId xmlns:a16="http://schemas.microsoft.com/office/drawing/2014/main" id="{53502FF8-9652-98D2-5692-643D055118F9}"/>
                </a:ext>
              </a:extLst>
            </p:cNvPr>
            <p:cNvGrpSpPr/>
            <p:nvPr/>
          </p:nvGrpSpPr>
          <p:grpSpPr>
            <a:xfrm>
              <a:off x="2321049" y="4945744"/>
              <a:ext cx="2021331" cy="181608"/>
              <a:chOff x="3755009" y="2851416"/>
              <a:chExt cx="4381180" cy="181608"/>
            </a:xfrm>
          </p:grpSpPr>
          <p:cxnSp>
            <p:nvCxnSpPr>
              <p:cNvPr id="138" name="直接连接符 137">
                <a:extLst>
                  <a:ext uri="{FF2B5EF4-FFF2-40B4-BE49-F238E27FC236}">
                    <a16:creationId xmlns:a16="http://schemas.microsoft.com/office/drawing/2014/main" id="{7E98B197-64ED-EF52-0305-8AAFA052A23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55009" y="2851416"/>
                <a:ext cx="4381180" cy="4756"/>
              </a:xfrm>
              <a:prstGeom prst="line">
                <a:avLst/>
              </a:prstGeom>
              <a:ln w="25400">
                <a:solidFill>
                  <a:srgbClr val="D74514"/>
                </a:solidFill>
                <a:headEnd type="none" w="lg" len="lg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直接连接符 138">
                <a:extLst>
                  <a:ext uri="{FF2B5EF4-FFF2-40B4-BE49-F238E27FC236}">
                    <a16:creationId xmlns:a16="http://schemas.microsoft.com/office/drawing/2014/main" id="{75C27DB7-AA1E-A450-EFC7-06343E9C760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766640" y="3030206"/>
                <a:ext cx="4346229" cy="2818"/>
              </a:xfrm>
              <a:prstGeom prst="line">
                <a:avLst/>
              </a:prstGeom>
              <a:ln w="25400">
                <a:solidFill>
                  <a:srgbClr val="D74514"/>
                </a:solidFill>
                <a:headEnd type="none" w="lg" len="lg"/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15" name="图片 114">
              <a:extLst>
                <a:ext uri="{FF2B5EF4-FFF2-40B4-BE49-F238E27FC236}">
                  <a16:creationId xmlns:a16="http://schemas.microsoft.com/office/drawing/2014/main" id="{576CEF86-785E-E494-2946-FD2F273CCF5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36306" y="4337680"/>
              <a:ext cx="1239986" cy="1239986"/>
            </a:xfrm>
            <a:prstGeom prst="rect">
              <a:avLst/>
            </a:prstGeom>
          </p:spPr>
        </p:pic>
        <p:pic>
          <p:nvPicPr>
            <p:cNvPr id="116" name="图片 115">
              <a:extLst>
                <a:ext uri="{FF2B5EF4-FFF2-40B4-BE49-F238E27FC236}">
                  <a16:creationId xmlns:a16="http://schemas.microsoft.com/office/drawing/2014/main" id="{29DC5425-E919-BF51-9101-DCDC77D3268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38052" y="4329072"/>
              <a:ext cx="1239986" cy="1239986"/>
            </a:xfrm>
            <a:prstGeom prst="rect">
              <a:avLst/>
            </a:prstGeom>
          </p:spPr>
        </p:pic>
        <p:pic>
          <p:nvPicPr>
            <p:cNvPr id="119" name="图片 118" descr="防火墙">
              <a:extLst>
                <a:ext uri="{FF2B5EF4-FFF2-40B4-BE49-F238E27FC236}">
                  <a16:creationId xmlns:a16="http://schemas.microsoft.com/office/drawing/2014/main" id="{73667EBC-55F1-94A6-09FA-8FF962E9529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605179" y="4275043"/>
              <a:ext cx="1202772" cy="1202772"/>
            </a:xfrm>
            <a:prstGeom prst="rect">
              <a:avLst/>
            </a:prstGeom>
          </p:spPr>
        </p:pic>
        <p:sp>
          <p:nvSpPr>
            <p:cNvPr id="120" name="文本框 119">
              <a:extLst>
                <a:ext uri="{FF2B5EF4-FFF2-40B4-BE49-F238E27FC236}">
                  <a16:creationId xmlns:a16="http://schemas.microsoft.com/office/drawing/2014/main" id="{4A4806DC-2B85-E2B1-E0BF-A4C2C0A3D305}"/>
                </a:ext>
              </a:extLst>
            </p:cNvPr>
            <p:cNvSpPr txBox="1"/>
            <p:nvPr/>
          </p:nvSpPr>
          <p:spPr>
            <a:xfrm>
              <a:off x="2567259" y="5139261"/>
              <a:ext cx="1716330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zh-CN" altLang="en-US" sz="1600" dirty="0">
                  <a:solidFill>
                    <a:srgbClr val="D74514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❹</a:t>
              </a:r>
              <a:r>
                <a:rPr lang="zh-CN" altLang="en-US" sz="1600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 </a:t>
              </a:r>
              <a:r>
                <a:rPr lang="en-US" altLang="zh-CN" sz="1600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HTTPS Resp</a:t>
              </a:r>
              <a:endParaRPr lang="zh-CN" altLang="en-US" sz="1600" b="1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121" name="文本框 120">
              <a:extLst>
                <a:ext uri="{FF2B5EF4-FFF2-40B4-BE49-F238E27FC236}">
                  <a16:creationId xmlns:a16="http://schemas.microsoft.com/office/drawing/2014/main" id="{559F079E-07EE-4E74-4EAC-37FA36CCFA7C}"/>
                </a:ext>
              </a:extLst>
            </p:cNvPr>
            <p:cNvSpPr txBox="1"/>
            <p:nvPr/>
          </p:nvSpPr>
          <p:spPr>
            <a:xfrm>
              <a:off x="8058893" y="4582324"/>
              <a:ext cx="1695898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CN" altLang="en-US" sz="1600" dirty="0"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❷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 </a:t>
              </a:r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Actual Req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123" name="文本框 122">
              <a:extLst>
                <a:ext uri="{FF2B5EF4-FFF2-40B4-BE49-F238E27FC236}">
                  <a16:creationId xmlns:a16="http://schemas.microsoft.com/office/drawing/2014/main" id="{A1772E21-624D-D56E-7645-C000230A2A57}"/>
                </a:ext>
              </a:extLst>
            </p:cNvPr>
            <p:cNvSpPr txBox="1"/>
            <p:nvPr/>
          </p:nvSpPr>
          <p:spPr>
            <a:xfrm>
              <a:off x="1826189" y="5521632"/>
              <a:ext cx="852492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600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GFW</a:t>
              </a:r>
              <a:endParaRPr lang="zh-CN" altLang="en-US" sz="1600" b="1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grpSp>
          <p:nvGrpSpPr>
            <p:cNvPr id="126" name="组合 125">
              <a:extLst>
                <a:ext uri="{FF2B5EF4-FFF2-40B4-BE49-F238E27FC236}">
                  <a16:creationId xmlns:a16="http://schemas.microsoft.com/office/drawing/2014/main" id="{44D561DE-243F-BB63-2580-CA045672539F}"/>
                </a:ext>
              </a:extLst>
            </p:cNvPr>
            <p:cNvGrpSpPr/>
            <p:nvPr/>
          </p:nvGrpSpPr>
          <p:grpSpPr>
            <a:xfrm>
              <a:off x="7947383" y="4941491"/>
              <a:ext cx="1929214" cy="181608"/>
              <a:chOff x="3766640" y="2851416"/>
              <a:chExt cx="4369547" cy="181608"/>
            </a:xfrm>
          </p:grpSpPr>
          <p:cxnSp>
            <p:nvCxnSpPr>
              <p:cNvPr id="136" name="直接连接符 135">
                <a:extLst>
                  <a:ext uri="{FF2B5EF4-FFF2-40B4-BE49-F238E27FC236}">
                    <a16:creationId xmlns:a16="http://schemas.microsoft.com/office/drawing/2014/main" id="{929D4AF2-86D2-B05D-1543-77794BB3E9F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67137" y="2851416"/>
                <a:ext cx="4369050" cy="4756"/>
              </a:xfrm>
              <a:prstGeom prst="line">
                <a:avLst/>
              </a:prstGeom>
              <a:ln w="25400">
                <a:solidFill>
                  <a:schemeClr val="tx1"/>
                </a:solidFill>
                <a:headEnd type="none" w="lg" len="lg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直接连接符 136">
                <a:extLst>
                  <a:ext uri="{FF2B5EF4-FFF2-40B4-BE49-F238E27FC236}">
                    <a16:creationId xmlns:a16="http://schemas.microsoft.com/office/drawing/2014/main" id="{0F4EE3F8-E8ED-53D3-25AC-33F85F21E50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766640" y="3030206"/>
                <a:ext cx="4346229" cy="2818"/>
              </a:xfrm>
              <a:prstGeom prst="line">
                <a:avLst/>
              </a:prstGeom>
              <a:ln w="25400">
                <a:solidFill>
                  <a:schemeClr val="tx1"/>
                </a:solidFill>
                <a:headEnd type="triangle" w="lg" len="lg"/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1" name="组合 130">
              <a:extLst>
                <a:ext uri="{FF2B5EF4-FFF2-40B4-BE49-F238E27FC236}">
                  <a16:creationId xmlns:a16="http://schemas.microsoft.com/office/drawing/2014/main" id="{65A26CD6-8CB0-667A-6B35-A83B49EC9EE7}"/>
                </a:ext>
              </a:extLst>
            </p:cNvPr>
            <p:cNvGrpSpPr/>
            <p:nvPr/>
          </p:nvGrpSpPr>
          <p:grpSpPr>
            <a:xfrm>
              <a:off x="53340" y="4941491"/>
              <a:ext cx="2217582" cy="196097"/>
              <a:chOff x="3189801" y="2848598"/>
              <a:chExt cx="5185322" cy="196097"/>
            </a:xfrm>
          </p:grpSpPr>
          <p:cxnSp>
            <p:nvCxnSpPr>
              <p:cNvPr id="132" name="直接连接符 131">
                <a:extLst>
                  <a:ext uri="{FF2B5EF4-FFF2-40B4-BE49-F238E27FC236}">
                    <a16:creationId xmlns:a16="http://schemas.microsoft.com/office/drawing/2014/main" id="{D67C6E04-4CA5-95CE-710B-10933A7E4EA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89801" y="2848598"/>
                <a:ext cx="4801412" cy="7573"/>
              </a:xfrm>
              <a:prstGeom prst="line">
                <a:avLst/>
              </a:prstGeom>
              <a:ln w="25400">
                <a:solidFill>
                  <a:srgbClr val="D74514"/>
                </a:solidFill>
                <a:headEnd type="none" w="lg" len="lg"/>
                <a:tailEnd type="oval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直接连接符 132">
                <a:extLst>
                  <a:ext uri="{FF2B5EF4-FFF2-40B4-BE49-F238E27FC236}">
                    <a16:creationId xmlns:a16="http://schemas.microsoft.com/office/drawing/2014/main" id="{E51D9373-FD21-D025-E9C6-A45693751EC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89801" y="3027388"/>
                <a:ext cx="5185322" cy="17307"/>
              </a:xfrm>
              <a:prstGeom prst="line">
                <a:avLst/>
              </a:prstGeom>
              <a:ln w="25400">
                <a:solidFill>
                  <a:srgbClr val="D74514"/>
                </a:solidFill>
                <a:headEnd type="triangle" w="lg" len="lg"/>
                <a:tailEnd type="oval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6" name="矩形 145">
              <a:extLst>
                <a:ext uri="{FF2B5EF4-FFF2-40B4-BE49-F238E27FC236}">
                  <a16:creationId xmlns:a16="http://schemas.microsoft.com/office/drawing/2014/main" id="{FEE251F3-7D76-EEBA-60BE-BF64D2B44512}"/>
                </a:ext>
              </a:extLst>
            </p:cNvPr>
            <p:cNvSpPr/>
            <p:nvPr/>
          </p:nvSpPr>
          <p:spPr>
            <a:xfrm>
              <a:off x="4355072" y="4770747"/>
              <a:ext cx="592676" cy="507376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>
                  <a:solidFill>
                    <a:srgbClr val="F8CCB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443</a:t>
              </a:r>
            </a:p>
          </p:txBody>
        </p:sp>
        <p:pic>
          <p:nvPicPr>
            <p:cNvPr id="148" name="图形 147">
              <a:extLst>
                <a:ext uri="{FF2B5EF4-FFF2-40B4-BE49-F238E27FC236}">
                  <a16:creationId xmlns:a16="http://schemas.microsoft.com/office/drawing/2014/main" id="{FE1BE2FB-257B-4F59-A846-D549E1411FF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217430" y="5096638"/>
              <a:ext cx="1403794" cy="292966"/>
            </a:xfrm>
            <a:prstGeom prst="rect">
              <a:avLst/>
            </a:prstGeom>
          </p:spPr>
        </p:pic>
        <p:sp>
          <p:nvSpPr>
            <p:cNvPr id="149" name="文本框 148">
              <a:extLst>
                <a:ext uri="{FF2B5EF4-FFF2-40B4-BE49-F238E27FC236}">
                  <a16:creationId xmlns:a16="http://schemas.microsoft.com/office/drawing/2014/main" id="{F1B96A32-7114-5D25-5364-B1D2D4E51902}"/>
                </a:ext>
              </a:extLst>
            </p:cNvPr>
            <p:cNvSpPr txBox="1"/>
            <p:nvPr/>
          </p:nvSpPr>
          <p:spPr>
            <a:xfrm>
              <a:off x="5070819" y="4692926"/>
              <a:ext cx="1697017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600" b="1" dirty="0"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/secret-path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cxnSp>
          <p:nvCxnSpPr>
            <p:cNvPr id="150" name="直接连接符 149">
              <a:extLst>
                <a:ext uri="{FF2B5EF4-FFF2-40B4-BE49-F238E27FC236}">
                  <a16:creationId xmlns:a16="http://schemas.microsoft.com/office/drawing/2014/main" id="{30ED909E-A33A-070F-14E5-3B26EEF640B3}"/>
                </a:ext>
              </a:extLst>
            </p:cNvPr>
            <p:cNvCxnSpPr>
              <a:cxnSpLocks/>
            </p:cNvCxnSpPr>
            <p:nvPr/>
          </p:nvCxnSpPr>
          <p:spPr>
            <a:xfrm>
              <a:off x="4947748" y="5017343"/>
              <a:ext cx="2021331" cy="4756"/>
            </a:xfrm>
            <a:prstGeom prst="line">
              <a:avLst/>
            </a:prstGeom>
            <a:ln w="25400">
              <a:solidFill>
                <a:srgbClr val="D74514"/>
              </a:solidFill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1" name="文本框 150">
              <a:extLst>
                <a:ext uri="{FF2B5EF4-FFF2-40B4-BE49-F238E27FC236}">
                  <a16:creationId xmlns:a16="http://schemas.microsoft.com/office/drawing/2014/main" id="{4ECA36C0-9222-46C3-CB45-F895CB6CF292}"/>
                </a:ext>
              </a:extLst>
            </p:cNvPr>
            <p:cNvSpPr txBox="1"/>
            <p:nvPr/>
          </p:nvSpPr>
          <p:spPr>
            <a:xfrm>
              <a:off x="6396014" y="5516895"/>
              <a:ext cx="1697017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V2Ray Process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152" name="文本框 151">
              <a:extLst>
                <a:ext uri="{FF2B5EF4-FFF2-40B4-BE49-F238E27FC236}">
                  <a16:creationId xmlns:a16="http://schemas.microsoft.com/office/drawing/2014/main" id="{9638D40B-487E-6C43-C53C-D4329F28C7CE}"/>
                </a:ext>
              </a:extLst>
            </p:cNvPr>
            <p:cNvSpPr txBox="1"/>
            <p:nvPr/>
          </p:nvSpPr>
          <p:spPr>
            <a:xfrm>
              <a:off x="8058893" y="5137588"/>
              <a:ext cx="1695898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CN" altLang="en-US" sz="1600" dirty="0"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❸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 </a:t>
              </a:r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Actual Resp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153" name="文本框 152">
              <a:extLst>
                <a:ext uri="{FF2B5EF4-FFF2-40B4-BE49-F238E27FC236}">
                  <a16:creationId xmlns:a16="http://schemas.microsoft.com/office/drawing/2014/main" id="{6632BB33-F4D2-606E-E3AF-EAAD3207EBBE}"/>
                </a:ext>
              </a:extLst>
            </p:cNvPr>
            <p:cNvSpPr txBox="1"/>
            <p:nvPr/>
          </p:nvSpPr>
          <p:spPr>
            <a:xfrm>
              <a:off x="105299" y="4610803"/>
              <a:ext cx="1568030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zh-CN" altLang="en-US" sz="1600" dirty="0">
                  <a:solidFill>
                    <a:srgbClr val="D74514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❶</a:t>
              </a:r>
              <a:r>
                <a:rPr lang="zh-CN" altLang="en-US" sz="1600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 </a:t>
              </a:r>
              <a:r>
                <a:rPr lang="en-US" altLang="zh-CN" sz="1600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HTTPS Req</a:t>
              </a:r>
              <a:endParaRPr lang="zh-CN" altLang="en-US" sz="1600" b="1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</p:grpSp>
      <p:grpSp>
        <p:nvGrpSpPr>
          <p:cNvPr id="163" name="组合 162">
            <a:extLst>
              <a:ext uri="{FF2B5EF4-FFF2-40B4-BE49-F238E27FC236}">
                <a16:creationId xmlns:a16="http://schemas.microsoft.com/office/drawing/2014/main" id="{0D4CE772-1864-D556-C8D1-5D7FB38CF2A5}"/>
              </a:ext>
            </a:extLst>
          </p:cNvPr>
          <p:cNvGrpSpPr/>
          <p:nvPr/>
        </p:nvGrpSpPr>
        <p:grpSpPr>
          <a:xfrm>
            <a:off x="-137207" y="2182150"/>
            <a:ext cx="12509898" cy="1585404"/>
            <a:chOff x="-137207" y="2182150"/>
            <a:chExt cx="12509898" cy="1585404"/>
          </a:xfrm>
        </p:grpSpPr>
        <p:grpSp>
          <p:nvGrpSpPr>
            <p:cNvPr id="93" name="组合 92">
              <a:extLst>
                <a:ext uri="{FF2B5EF4-FFF2-40B4-BE49-F238E27FC236}">
                  <a16:creationId xmlns:a16="http://schemas.microsoft.com/office/drawing/2014/main" id="{98A6A3FE-EA5C-5EAC-02D0-0D0B92F4BDEA}"/>
                </a:ext>
              </a:extLst>
            </p:cNvPr>
            <p:cNvGrpSpPr/>
            <p:nvPr/>
          </p:nvGrpSpPr>
          <p:grpSpPr>
            <a:xfrm>
              <a:off x="6234112" y="2852851"/>
              <a:ext cx="1902075" cy="181608"/>
              <a:chOff x="3755009" y="2851416"/>
              <a:chExt cx="4381180" cy="181608"/>
            </a:xfrm>
          </p:grpSpPr>
          <p:cxnSp>
            <p:nvCxnSpPr>
              <p:cNvPr id="94" name="直接连接符 93">
                <a:extLst>
                  <a:ext uri="{FF2B5EF4-FFF2-40B4-BE49-F238E27FC236}">
                    <a16:creationId xmlns:a16="http://schemas.microsoft.com/office/drawing/2014/main" id="{E8B11326-889D-B4AF-7BBF-88F873547F5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55009" y="2851416"/>
                <a:ext cx="4381180" cy="4756"/>
              </a:xfrm>
              <a:prstGeom prst="line">
                <a:avLst/>
              </a:prstGeom>
              <a:ln w="25400">
                <a:solidFill>
                  <a:srgbClr val="D74514"/>
                </a:solidFill>
                <a:headEnd type="none" w="lg" len="lg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直接连接符 94">
                <a:extLst>
                  <a:ext uri="{FF2B5EF4-FFF2-40B4-BE49-F238E27FC236}">
                    <a16:creationId xmlns:a16="http://schemas.microsoft.com/office/drawing/2014/main" id="{47AB7CB4-9956-33B6-B95B-3705B9B812C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766640" y="3030206"/>
                <a:ext cx="4346229" cy="2818"/>
              </a:xfrm>
              <a:prstGeom prst="line">
                <a:avLst/>
              </a:prstGeom>
              <a:ln w="25400">
                <a:solidFill>
                  <a:srgbClr val="D74514"/>
                </a:solidFill>
                <a:headEnd type="none" w="lg" len="lg"/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41" name="图片 40">
              <a:extLst>
                <a:ext uri="{FF2B5EF4-FFF2-40B4-BE49-F238E27FC236}">
                  <a16:creationId xmlns:a16="http://schemas.microsoft.com/office/drawing/2014/main" id="{F4CC3F54-8250-CB1A-4754-98C5A4D5FA5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36187" y="2236179"/>
              <a:ext cx="1239986" cy="1239986"/>
            </a:xfrm>
            <a:prstGeom prst="rect">
              <a:avLst/>
            </a:prstGeom>
          </p:spPr>
        </p:pic>
        <p:pic>
          <p:nvPicPr>
            <p:cNvPr id="42" name="图片 41">
              <a:extLst>
                <a:ext uri="{FF2B5EF4-FFF2-40B4-BE49-F238E27FC236}">
                  <a16:creationId xmlns:a16="http://schemas.microsoft.com/office/drawing/2014/main" id="{245B77CF-68FC-6866-A6CB-746B967E0B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132705" y="2236179"/>
              <a:ext cx="1239986" cy="1239986"/>
            </a:xfrm>
            <a:prstGeom prst="rect">
              <a:avLst/>
            </a:prstGeom>
          </p:spPr>
        </p:pic>
        <p:pic>
          <p:nvPicPr>
            <p:cNvPr id="43" name="图片 42">
              <a:extLst>
                <a:ext uri="{FF2B5EF4-FFF2-40B4-BE49-F238E27FC236}">
                  <a16:creationId xmlns:a16="http://schemas.microsoft.com/office/drawing/2014/main" id="{2C56C0A3-C044-5C20-B874-23EDCD10237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-137207" y="2358030"/>
              <a:ext cx="1239986" cy="1239986"/>
            </a:xfrm>
            <a:prstGeom prst="rect">
              <a:avLst/>
            </a:prstGeom>
          </p:spPr>
        </p:pic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A1DA0DD8-B103-961B-6249-6EA3AB4C4A9B}"/>
                </a:ext>
              </a:extLst>
            </p:cNvPr>
            <p:cNvSpPr txBox="1"/>
            <p:nvPr/>
          </p:nvSpPr>
          <p:spPr>
            <a:xfrm>
              <a:off x="4312174" y="2517618"/>
              <a:ext cx="3729901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zh-CN" altLang="en-US" sz="1600" dirty="0">
                  <a:solidFill>
                    <a:srgbClr val="D74514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❷</a:t>
              </a:r>
              <a:r>
                <a:rPr lang="zh-CN" altLang="en-US" sz="1600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 </a:t>
              </a:r>
              <a:r>
                <a:rPr lang="en-US" altLang="zh-CN" sz="1600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Encrypted                 Req</a:t>
              </a:r>
              <a:endParaRPr lang="zh-CN" altLang="en-US" sz="1600" b="1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pic>
          <p:nvPicPr>
            <p:cNvPr id="50" name="图片 49" descr="防火墙">
              <a:extLst>
                <a:ext uri="{FF2B5EF4-FFF2-40B4-BE49-F238E27FC236}">
                  <a16:creationId xmlns:a16="http://schemas.microsoft.com/office/drawing/2014/main" id="{8F7A90FE-2C35-E484-A6A6-27D59CB5D38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518242" y="2182150"/>
              <a:ext cx="1202772" cy="1202772"/>
            </a:xfrm>
            <a:prstGeom prst="rect">
              <a:avLst/>
            </a:prstGeom>
          </p:spPr>
        </p:pic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2834BDB9-9476-FFFE-86DE-4CF31DDEDF45}"/>
                </a:ext>
              </a:extLst>
            </p:cNvPr>
            <p:cNvSpPr txBox="1"/>
            <p:nvPr/>
          </p:nvSpPr>
          <p:spPr>
            <a:xfrm>
              <a:off x="4302234" y="3046368"/>
              <a:ext cx="3701354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zh-CN" altLang="en-US" sz="1600" dirty="0">
                  <a:solidFill>
                    <a:srgbClr val="D74514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❺</a:t>
              </a:r>
              <a:r>
                <a:rPr lang="zh-CN" altLang="en-US" sz="1600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 </a:t>
              </a:r>
              <a:r>
                <a:rPr lang="en-US" altLang="zh-CN" sz="1600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Encrypted                 Resp</a:t>
              </a:r>
              <a:endParaRPr lang="zh-CN" altLang="en-US" sz="1600" b="1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97650C2C-95D8-3A03-CA0D-70E23E7C9206}"/>
                </a:ext>
              </a:extLst>
            </p:cNvPr>
            <p:cNvSpPr txBox="1"/>
            <p:nvPr/>
          </p:nvSpPr>
          <p:spPr>
            <a:xfrm>
              <a:off x="9470284" y="2489431"/>
              <a:ext cx="1662422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CN" altLang="en-US" sz="1600" dirty="0"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❸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 </a:t>
              </a:r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Actual Req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6FD33B2A-7E35-8198-5330-24DA28A65278}"/>
                </a:ext>
              </a:extLst>
            </p:cNvPr>
            <p:cNvSpPr txBox="1"/>
            <p:nvPr/>
          </p:nvSpPr>
          <p:spPr>
            <a:xfrm>
              <a:off x="5739252" y="3428739"/>
              <a:ext cx="852492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600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GFW</a:t>
              </a:r>
              <a:endParaRPr lang="zh-CN" altLang="en-US" sz="1600" b="1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E1FD8101-00E9-7C80-F7B7-914829D0A17E}"/>
                </a:ext>
              </a:extLst>
            </p:cNvPr>
            <p:cNvSpPr txBox="1"/>
            <p:nvPr/>
          </p:nvSpPr>
          <p:spPr>
            <a:xfrm>
              <a:off x="8081010" y="3429000"/>
              <a:ext cx="1350340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SS Remote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pic>
          <p:nvPicPr>
            <p:cNvPr id="57" name="图片 56">
              <a:extLst>
                <a:ext uri="{FF2B5EF4-FFF2-40B4-BE49-F238E27FC236}">
                  <a16:creationId xmlns:a16="http://schemas.microsoft.com/office/drawing/2014/main" id="{6133CA6D-8375-5CA0-17F4-E621D1824E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2968136" y="2231423"/>
              <a:ext cx="1239986" cy="1239986"/>
            </a:xfrm>
            <a:prstGeom prst="rect">
              <a:avLst/>
            </a:prstGeom>
          </p:spPr>
        </p:pic>
        <p:grpSp>
          <p:nvGrpSpPr>
            <p:cNvPr id="82" name="组合 81">
              <a:extLst>
                <a:ext uri="{FF2B5EF4-FFF2-40B4-BE49-F238E27FC236}">
                  <a16:creationId xmlns:a16="http://schemas.microsoft.com/office/drawing/2014/main" id="{52BAC45E-67ED-6887-F84C-1013644BC997}"/>
                </a:ext>
              </a:extLst>
            </p:cNvPr>
            <p:cNvGrpSpPr/>
            <p:nvPr/>
          </p:nvGrpSpPr>
          <p:grpSpPr>
            <a:xfrm>
              <a:off x="9342036" y="2848598"/>
              <a:ext cx="1929214" cy="181608"/>
              <a:chOff x="3766640" y="2851416"/>
              <a:chExt cx="4369547" cy="181608"/>
            </a:xfrm>
          </p:grpSpPr>
          <p:cxnSp>
            <p:nvCxnSpPr>
              <p:cNvPr id="83" name="直接连接符 82">
                <a:extLst>
                  <a:ext uri="{FF2B5EF4-FFF2-40B4-BE49-F238E27FC236}">
                    <a16:creationId xmlns:a16="http://schemas.microsoft.com/office/drawing/2014/main" id="{B6B926C9-9B63-D89E-FAEE-685C8393387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67137" y="2851416"/>
                <a:ext cx="4369050" cy="4756"/>
              </a:xfrm>
              <a:prstGeom prst="line">
                <a:avLst/>
              </a:prstGeom>
              <a:ln w="25400">
                <a:solidFill>
                  <a:schemeClr val="tx1"/>
                </a:solidFill>
                <a:headEnd type="none" w="lg" len="lg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直接连接符 83">
                <a:extLst>
                  <a:ext uri="{FF2B5EF4-FFF2-40B4-BE49-F238E27FC236}">
                    <a16:creationId xmlns:a16="http://schemas.microsoft.com/office/drawing/2014/main" id="{94DCDC4C-603A-0F09-6CD7-EF97401F8E9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766640" y="3030206"/>
                <a:ext cx="4346229" cy="2818"/>
              </a:xfrm>
              <a:prstGeom prst="line">
                <a:avLst/>
              </a:prstGeom>
              <a:ln w="25400">
                <a:solidFill>
                  <a:schemeClr val="tx1"/>
                </a:solidFill>
                <a:headEnd type="triangle" w="lg" len="lg"/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5" name="文本框 84">
              <a:extLst>
                <a:ext uri="{FF2B5EF4-FFF2-40B4-BE49-F238E27FC236}">
                  <a16:creationId xmlns:a16="http://schemas.microsoft.com/office/drawing/2014/main" id="{AB8C2B41-0995-72B3-0B3B-A59E178AB24D}"/>
                </a:ext>
              </a:extLst>
            </p:cNvPr>
            <p:cNvSpPr txBox="1"/>
            <p:nvPr/>
          </p:nvSpPr>
          <p:spPr>
            <a:xfrm>
              <a:off x="1200270" y="2509893"/>
              <a:ext cx="1706856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CN" altLang="en-US" sz="1600" dirty="0"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❶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 </a:t>
              </a:r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Actual Req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grpSp>
          <p:nvGrpSpPr>
            <p:cNvPr id="87" name="组合 86">
              <a:extLst>
                <a:ext uri="{FF2B5EF4-FFF2-40B4-BE49-F238E27FC236}">
                  <a16:creationId xmlns:a16="http://schemas.microsoft.com/office/drawing/2014/main" id="{E84C82F2-918D-74DB-544F-8995A852159B}"/>
                </a:ext>
              </a:extLst>
            </p:cNvPr>
            <p:cNvGrpSpPr/>
            <p:nvPr/>
          </p:nvGrpSpPr>
          <p:grpSpPr>
            <a:xfrm>
              <a:off x="1094239" y="2869060"/>
              <a:ext cx="1929214" cy="181608"/>
              <a:chOff x="3766640" y="2851416"/>
              <a:chExt cx="4369547" cy="181608"/>
            </a:xfrm>
          </p:grpSpPr>
          <p:cxnSp>
            <p:nvCxnSpPr>
              <p:cNvPr id="88" name="直接连接符 87">
                <a:extLst>
                  <a:ext uri="{FF2B5EF4-FFF2-40B4-BE49-F238E27FC236}">
                    <a16:creationId xmlns:a16="http://schemas.microsoft.com/office/drawing/2014/main" id="{AFCB21AE-FD70-CFC1-3B92-542B0170061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67137" y="2851416"/>
                <a:ext cx="4369050" cy="4756"/>
              </a:xfrm>
              <a:prstGeom prst="line">
                <a:avLst/>
              </a:prstGeom>
              <a:ln w="25400">
                <a:solidFill>
                  <a:schemeClr val="tx1"/>
                </a:solidFill>
                <a:headEnd type="none" w="lg" len="lg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直接连接符 88">
                <a:extLst>
                  <a:ext uri="{FF2B5EF4-FFF2-40B4-BE49-F238E27FC236}">
                    <a16:creationId xmlns:a16="http://schemas.microsoft.com/office/drawing/2014/main" id="{7CB9B169-55C7-9323-EBD8-757085F5283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766640" y="3030206"/>
                <a:ext cx="4346229" cy="2818"/>
              </a:xfrm>
              <a:prstGeom prst="line">
                <a:avLst/>
              </a:prstGeom>
              <a:ln w="25400">
                <a:solidFill>
                  <a:schemeClr val="tx1"/>
                </a:solidFill>
                <a:headEnd type="triangle" w="lg" len="lg"/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0" name="文本框 89">
              <a:extLst>
                <a:ext uri="{FF2B5EF4-FFF2-40B4-BE49-F238E27FC236}">
                  <a16:creationId xmlns:a16="http://schemas.microsoft.com/office/drawing/2014/main" id="{5519D333-6BE9-95D3-7FFF-5D1F9A0920EC}"/>
                </a:ext>
              </a:extLst>
            </p:cNvPr>
            <p:cNvSpPr txBox="1"/>
            <p:nvPr/>
          </p:nvSpPr>
          <p:spPr>
            <a:xfrm>
              <a:off x="2912959" y="3428739"/>
              <a:ext cx="1350340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SS Local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grpSp>
          <p:nvGrpSpPr>
            <p:cNvPr id="71" name="组合 70">
              <a:extLst>
                <a:ext uri="{FF2B5EF4-FFF2-40B4-BE49-F238E27FC236}">
                  <a16:creationId xmlns:a16="http://schemas.microsoft.com/office/drawing/2014/main" id="{8302F5C9-A02B-91B9-457B-85E321D630DA}"/>
                </a:ext>
              </a:extLst>
            </p:cNvPr>
            <p:cNvGrpSpPr/>
            <p:nvPr/>
          </p:nvGrpSpPr>
          <p:grpSpPr>
            <a:xfrm>
              <a:off x="4208122" y="2851416"/>
              <a:ext cx="1975863" cy="193279"/>
              <a:chOff x="3755007" y="2851416"/>
              <a:chExt cx="4620116" cy="193279"/>
            </a:xfrm>
          </p:grpSpPr>
          <p:cxnSp>
            <p:nvCxnSpPr>
              <p:cNvPr id="46" name="直接连接符 45">
                <a:extLst>
                  <a:ext uri="{FF2B5EF4-FFF2-40B4-BE49-F238E27FC236}">
                    <a16:creationId xmlns:a16="http://schemas.microsoft.com/office/drawing/2014/main" id="{B27D3621-0FE1-92ED-056D-54E563F2D26A}"/>
                  </a:ext>
                </a:extLst>
              </p:cNvPr>
              <p:cNvCxnSpPr>
                <a:cxnSpLocks/>
                <a:stCxn id="57" idx="1"/>
              </p:cNvCxnSpPr>
              <p:nvPr/>
            </p:nvCxnSpPr>
            <p:spPr>
              <a:xfrm>
                <a:off x="3755007" y="2851416"/>
                <a:ext cx="4236207" cy="4755"/>
              </a:xfrm>
              <a:prstGeom prst="line">
                <a:avLst/>
              </a:prstGeom>
              <a:ln w="25400">
                <a:solidFill>
                  <a:srgbClr val="D74514"/>
                </a:solidFill>
                <a:headEnd type="none" w="lg" len="lg"/>
                <a:tailEnd type="oval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>
                <a:extLst>
                  <a:ext uri="{FF2B5EF4-FFF2-40B4-BE49-F238E27FC236}">
                    <a16:creationId xmlns:a16="http://schemas.microsoft.com/office/drawing/2014/main" id="{1F67BE54-D87D-6FF8-592E-C2A9B0CDCC1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66640" y="3033024"/>
                <a:ext cx="4608483" cy="11671"/>
              </a:xfrm>
              <a:prstGeom prst="line">
                <a:avLst/>
              </a:prstGeom>
              <a:ln w="25400">
                <a:solidFill>
                  <a:srgbClr val="D74514"/>
                </a:solidFill>
                <a:headEnd type="triangle" w="lg" len="lg"/>
                <a:tailEnd type="oval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54" name="文本框 153">
              <a:extLst>
                <a:ext uri="{FF2B5EF4-FFF2-40B4-BE49-F238E27FC236}">
                  <a16:creationId xmlns:a16="http://schemas.microsoft.com/office/drawing/2014/main" id="{056DCF4C-7B39-4BB1-95A9-E580BF7816AD}"/>
                </a:ext>
              </a:extLst>
            </p:cNvPr>
            <p:cNvSpPr txBox="1"/>
            <p:nvPr/>
          </p:nvSpPr>
          <p:spPr>
            <a:xfrm>
              <a:off x="1094237" y="3034459"/>
              <a:ext cx="1918922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CN" altLang="en-US" sz="1600" dirty="0"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❻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 </a:t>
              </a:r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Actual Resp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155" name="文本框 154">
              <a:extLst>
                <a:ext uri="{FF2B5EF4-FFF2-40B4-BE49-F238E27FC236}">
                  <a16:creationId xmlns:a16="http://schemas.microsoft.com/office/drawing/2014/main" id="{312C95FB-C8A2-261A-98D3-12C0BC3B41D8}"/>
                </a:ext>
              </a:extLst>
            </p:cNvPr>
            <p:cNvSpPr txBox="1"/>
            <p:nvPr/>
          </p:nvSpPr>
          <p:spPr>
            <a:xfrm>
              <a:off x="9470285" y="3027388"/>
              <a:ext cx="1662420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CN" altLang="en-US" sz="1600" dirty="0"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❹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 </a:t>
              </a:r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Actual Resp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</p:grpSp>
      <p:grpSp>
        <p:nvGrpSpPr>
          <p:cNvPr id="162" name="组合 161">
            <a:extLst>
              <a:ext uri="{FF2B5EF4-FFF2-40B4-BE49-F238E27FC236}">
                <a16:creationId xmlns:a16="http://schemas.microsoft.com/office/drawing/2014/main" id="{5F7B3AB5-1BC6-4E94-4C7A-9B5E16295314}"/>
              </a:ext>
            </a:extLst>
          </p:cNvPr>
          <p:cNvGrpSpPr/>
          <p:nvPr/>
        </p:nvGrpSpPr>
        <p:grpSpPr>
          <a:xfrm>
            <a:off x="1448952" y="181854"/>
            <a:ext cx="9914089" cy="1682045"/>
            <a:chOff x="1448952" y="181854"/>
            <a:chExt cx="9914089" cy="1682045"/>
          </a:xfrm>
        </p:grpSpPr>
        <p:cxnSp>
          <p:nvCxnSpPr>
            <p:cNvPr id="101" name="直接连接符 100">
              <a:extLst>
                <a:ext uri="{FF2B5EF4-FFF2-40B4-BE49-F238E27FC236}">
                  <a16:creationId xmlns:a16="http://schemas.microsoft.com/office/drawing/2014/main" id="{B59ED53C-2C7C-FFE2-0A60-89BFE3FA0C29}"/>
                </a:ext>
              </a:extLst>
            </p:cNvPr>
            <p:cNvCxnSpPr>
              <a:cxnSpLocks/>
            </p:cNvCxnSpPr>
            <p:nvPr/>
          </p:nvCxnSpPr>
          <p:spPr>
            <a:xfrm>
              <a:off x="5324475" y="1122866"/>
              <a:ext cx="1782799" cy="0"/>
            </a:xfrm>
            <a:prstGeom prst="line">
              <a:avLst/>
            </a:prstGeom>
            <a:ln w="25400">
              <a:solidFill>
                <a:srgbClr val="D74514"/>
              </a:solidFill>
              <a:headEnd type="non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连接符 98">
              <a:extLst>
                <a:ext uri="{FF2B5EF4-FFF2-40B4-BE49-F238E27FC236}">
                  <a16:creationId xmlns:a16="http://schemas.microsoft.com/office/drawing/2014/main" id="{0D8E2DB3-16FE-F084-834C-C5293662F60F}"/>
                </a:ext>
              </a:extLst>
            </p:cNvPr>
            <p:cNvCxnSpPr>
              <a:cxnSpLocks/>
            </p:cNvCxnSpPr>
            <p:nvPr/>
          </p:nvCxnSpPr>
          <p:spPr>
            <a:xfrm>
              <a:off x="5065464" y="946197"/>
              <a:ext cx="2061073" cy="0"/>
            </a:xfrm>
            <a:prstGeom prst="line">
              <a:avLst/>
            </a:prstGeom>
            <a:ln w="25400">
              <a:solidFill>
                <a:srgbClr val="D74514"/>
              </a:solidFill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" name="图片 1">
              <a:extLst>
                <a:ext uri="{FF2B5EF4-FFF2-40B4-BE49-F238E27FC236}">
                  <a16:creationId xmlns:a16="http://schemas.microsoft.com/office/drawing/2014/main" id="{A9D36C82-7826-1CA7-61BC-B30B69F70E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26537" y="332524"/>
              <a:ext cx="1239986" cy="1239986"/>
            </a:xfrm>
            <a:prstGeom prst="rect">
              <a:avLst/>
            </a:prstGeom>
          </p:spPr>
        </p:pic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B4EBE7C1-2A5B-44E1-BCCA-16CB46C6ED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23055" y="332524"/>
              <a:ext cx="1239986" cy="1239986"/>
            </a:xfrm>
            <a:prstGeom prst="rect">
              <a:avLst/>
            </a:prstGeom>
          </p:spPr>
        </p:pic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0F8E324E-F2C1-DF71-53D1-14816F7CE25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448952" y="327768"/>
              <a:ext cx="1239986" cy="1239986"/>
            </a:xfrm>
            <a:prstGeom prst="rect">
              <a:avLst/>
            </a:prstGeom>
          </p:spPr>
        </p:pic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361779C0-4728-6802-E7D8-A864241647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31080" y="609890"/>
              <a:ext cx="2295457" cy="5272"/>
            </a:xfrm>
            <a:prstGeom prst="line">
              <a:avLst/>
            </a:prstGeom>
            <a:ln w="25400">
              <a:solidFill>
                <a:srgbClr val="D74514"/>
              </a:solidFill>
              <a:prstDash val="sysDash"/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24BC7EE7-D528-F1B4-A017-9122E6B6E682}"/>
                </a:ext>
              </a:extLst>
            </p:cNvPr>
            <p:cNvSpPr txBox="1"/>
            <p:nvPr/>
          </p:nvSpPr>
          <p:spPr>
            <a:xfrm>
              <a:off x="2698895" y="642537"/>
              <a:ext cx="2070815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zh-CN" altLang="en-US" sz="1600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❶ </a:t>
              </a:r>
              <a:r>
                <a:rPr lang="en-US" altLang="zh-CN" sz="1600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Proxy Req</a:t>
              </a:r>
              <a:endParaRPr lang="zh-CN" altLang="en-US" sz="1600" b="1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pic>
          <p:nvPicPr>
            <p:cNvPr id="5" name="图片 4" descr="防火墙">
              <a:extLst>
                <a:ext uri="{FF2B5EF4-FFF2-40B4-BE49-F238E27FC236}">
                  <a16:creationId xmlns:a16="http://schemas.microsoft.com/office/drawing/2014/main" id="{9ABE616A-0A5B-51CB-6375-FFB6500ED5F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4500419" y="181854"/>
              <a:ext cx="1202772" cy="1202772"/>
            </a:xfrm>
            <a:prstGeom prst="rect">
              <a:avLst/>
            </a:prstGeom>
          </p:spPr>
        </p:pic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B1A6AA9B-0129-60E1-7A67-8ED5DF30C8E0}"/>
                </a:ext>
              </a:extLst>
            </p:cNvPr>
            <p:cNvSpPr txBox="1"/>
            <p:nvPr/>
          </p:nvSpPr>
          <p:spPr>
            <a:xfrm>
              <a:off x="2688938" y="299327"/>
              <a:ext cx="2270929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zh-CN" altLang="en-US" sz="1600" dirty="0">
                  <a:solidFill>
                    <a:srgbClr val="D74514"/>
                  </a:solidFill>
                  <a:latin typeface="等线" panose="02010600030101010101" pitchFamily="2" charset="-122"/>
                  <a:ea typeface="等线" panose="02010600030101010101" pitchFamily="2" charset="-122"/>
                  <a:cs typeface="Courier New" panose="02070309020205020404" pitchFamily="49" charset="0"/>
                </a:rPr>
                <a:t>① </a:t>
              </a:r>
              <a:r>
                <a:rPr lang="en-US" altLang="zh-CN" sz="1600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Open</a:t>
              </a:r>
              <a:r>
                <a:rPr lang="zh-CN" altLang="en-US" sz="1600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 </a:t>
              </a:r>
              <a:r>
                <a:rPr lang="en-US" altLang="zh-CN" sz="1600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SSH Tunnel</a:t>
              </a:r>
              <a:endParaRPr lang="zh-CN" altLang="en-US" sz="1600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284D4F2F-A918-8926-038A-3517067E1028}"/>
                </a:ext>
              </a:extLst>
            </p:cNvPr>
            <p:cNvSpPr txBox="1"/>
            <p:nvPr/>
          </p:nvSpPr>
          <p:spPr>
            <a:xfrm>
              <a:off x="5582094" y="1128821"/>
              <a:ext cx="1525180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zh-CN" altLang="en-US" sz="1600" dirty="0">
                  <a:solidFill>
                    <a:srgbClr val="D74514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❹</a:t>
              </a:r>
              <a:r>
                <a:rPr lang="zh-CN" altLang="en-US" sz="1600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 </a:t>
              </a:r>
              <a:r>
                <a:rPr lang="en-US" altLang="zh-CN" sz="1600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Proxy Resp</a:t>
              </a:r>
              <a:endParaRPr lang="zh-CN" altLang="en-US" sz="1600" b="1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55FDCD1F-B4C2-910B-7E5A-BCFECD934647}"/>
                </a:ext>
              </a:extLst>
            </p:cNvPr>
            <p:cNvSpPr txBox="1"/>
            <p:nvPr/>
          </p:nvSpPr>
          <p:spPr>
            <a:xfrm>
              <a:off x="4729602" y="1520573"/>
              <a:ext cx="852492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600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GFW</a:t>
              </a:r>
              <a:endParaRPr lang="zh-CN" altLang="en-US" sz="1600" b="1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216BBA28-F1DB-774F-1D5E-F227BE9F5A35}"/>
                </a:ext>
              </a:extLst>
            </p:cNvPr>
            <p:cNvSpPr txBox="1"/>
            <p:nvPr/>
          </p:nvSpPr>
          <p:spPr>
            <a:xfrm>
              <a:off x="7071360" y="1525345"/>
              <a:ext cx="1350340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SSH Server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0671B6C6-64E2-B645-1A7C-FC0E3AA050C9}"/>
                </a:ext>
              </a:extLst>
            </p:cNvPr>
            <p:cNvCxnSpPr>
              <a:cxnSpLocks/>
              <a:stCxn id="4" idx="1"/>
            </p:cNvCxnSpPr>
            <p:nvPr/>
          </p:nvCxnSpPr>
          <p:spPr>
            <a:xfrm>
              <a:off x="2688938" y="947761"/>
              <a:ext cx="2376526" cy="0"/>
            </a:xfrm>
            <a:prstGeom prst="line">
              <a:avLst/>
            </a:prstGeom>
            <a:ln w="25400">
              <a:solidFill>
                <a:srgbClr val="D74514"/>
              </a:solidFill>
              <a:headEnd type="none" w="lg" len="lg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80F43CCD-4A25-6823-075D-26D8BB0CF0C9}"/>
                </a:ext>
              </a:extLst>
            </p:cNvPr>
            <p:cNvCxnSpPr>
              <a:cxnSpLocks/>
            </p:cNvCxnSpPr>
            <p:nvPr/>
          </p:nvCxnSpPr>
          <p:spPr>
            <a:xfrm>
              <a:off x="2688938" y="1122866"/>
              <a:ext cx="2528492" cy="0"/>
            </a:xfrm>
            <a:prstGeom prst="line">
              <a:avLst/>
            </a:prstGeom>
            <a:ln w="25400">
              <a:solidFill>
                <a:srgbClr val="D74514"/>
              </a:solidFill>
              <a:headEnd type="triangle" w="lg" len="lg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连接符 107">
              <a:extLst>
                <a:ext uri="{FF2B5EF4-FFF2-40B4-BE49-F238E27FC236}">
                  <a16:creationId xmlns:a16="http://schemas.microsoft.com/office/drawing/2014/main" id="{60D9AB33-A7E2-E086-D568-1D9ADB95C279}"/>
                </a:ext>
              </a:extLst>
            </p:cNvPr>
            <p:cNvCxnSpPr>
              <a:cxnSpLocks/>
            </p:cNvCxnSpPr>
            <p:nvPr/>
          </p:nvCxnSpPr>
          <p:spPr>
            <a:xfrm>
              <a:off x="2688938" y="608670"/>
              <a:ext cx="2142142" cy="1164"/>
            </a:xfrm>
            <a:prstGeom prst="line">
              <a:avLst/>
            </a:prstGeom>
            <a:ln w="25400">
              <a:solidFill>
                <a:srgbClr val="D74514"/>
              </a:solidFill>
              <a:prstDash val="sysDash"/>
              <a:headEnd type="none" w="lg" len="lg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6" name="文本框 155">
              <a:extLst>
                <a:ext uri="{FF2B5EF4-FFF2-40B4-BE49-F238E27FC236}">
                  <a16:creationId xmlns:a16="http://schemas.microsoft.com/office/drawing/2014/main" id="{C9FA8C2D-6B9B-E80D-B96F-9D9A08860152}"/>
                </a:ext>
              </a:extLst>
            </p:cNvPr>
            <p:cNvSpPr txBox="1"/>
            <p:nvPr/>
          </p:nvSpPr>
          <p:spPr>
            <a:xfrm>
              <a:off x="8470901" y="623919"/>
              <a:ext cx="1729638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CN" altLang="en-US" sz="1600" dirty="0"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❷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 </a:t>
              </a:r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Actual Req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grpSp>
          <p:nvGrpSpPr>
            <p:cNvPr id="157" name="组合 156">
              <a:extLst>
                <a:ext uri="{FF2B5EF4-FFF2-40B4-BE49-F238E27FC236}">
                  <a16:creationId xmlns:a16="http://schemas.microsoft.com/office/drawing/2014/main" id="{D5D6A087-48BA-0D55-6166-AE545089B341}"/>
                </a:ext>
              </a:extLst>
            </p:cNvPr>
            <p:cNvGrpSpPr/>
            <p:nvPr/>
          </p:nvGrpSpPr>
          <p:grpSpPr>
            <a:xfrm>
              <a:off x="8376261" y="983086"/>
              <a:ext cx="1929214" cy="181608"/>
              <a:chOff x="3766640" y="2851416"/>
              <a:chExt cx="4369547" cy="181608"/>
            </a:xfrm>
          </p:grpSpPr>
          <p:cxnSp>
            <p:nvCxnSpPr>
              <p:cNvPr id="158" name="直接连接符 157">
                <a:extLst>
                  <a:ext uri="{FF2B5EF4-FFF2-40B4-BE49-F238E27FC236}">
                    <a16:creationId xmlns:a16="http://schemas.microsoft.com/office/drawing/2014/main" id="{1A8904BA-81DA-E6FF-9E1D-76B60C60736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67137" y="2851416"/>
                <a:ext cx="4369050" cy="4756"/>
              </a:xfrm>
              <a:prstGeom prst="line">
                <a:avLst/>
              </a:prstGeom>
              <a:ln w="25400">
                <a:solidFill>
                  <a:schemeClr val="tx1"/>
                </a:solidFill>
                <a:headEnd type="none" w="lg" len="lg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直接连接符 158">
                <a:extLst>
                  <a:ext uri="{FF2B5EF4-FFF2-40B4-BE49-F238E27FC236}">
                    <a16:creationId xmlns:a16="http://schemas.microsoft.com/office/drawing/2014/main" id="{2A12E7DB-9778-AB62-4BA2-1E5EA52C775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766640" y="3030206"/>
                <a:ext cx="4346229" cy="2818"/>
              </a:xfrm>
              <a:prstGeom prst="line">
                <a:avLst/>
              </a:prstGeom>
              <a:ln w="25400">
                <a:solidFill>
                  <a:schemeClr val="tx1"/>
                </a:solidFill>
                <a:headEnd type="triangle" w="lg" len="lg"/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0" name="文本框 159">
              <a:extLst>
                <a:ext uri="{FF2B5EF4-FFF2-40B4-BE49-F238E27FC236}">
                  <a16:creationId xmlns:a16="http://schemas.microsoft.com/office/drawing/2014/main" id="{4ABEB750-01C1-51C8-DFB7-7A81BDE2F70C}"/>
                </a:ext>
              </a:extLst>
            </p:cNvPr>
            <p:cNvSpPr txBox="1"/>
            <p:nvPr/>
          </p:nvSpPr>
          <p:spPr>
            <a:xfrm>
              <a:off x="8470902" y="1161876"/>
              <a:ext cx="1729636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CN" altLang="en-US" sz="1600" dirty="0"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❸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 </a:t>
              </a:r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Actual Resp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01649895"/>
      </p:ext>
    </p:extLst>
  </p:cSld>
  <p:clrMapOvr>
    <a:masterClrMapping/>
  </p:clrMapOvr>
</p:sld>
</file>

<file path=ppt/theme/theme1.xml><?xml version="1.0" encoding="utf-8"?>
<a:theme xmlns:a="http://schemas.openxmlformats.org/drawingml/2006/main" name="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4136</TotalTime>
  <Words>394</Words>
  <Application>Microsoft Office PowerPoint</Application>
  <PresentationFormat>宽屏</PresentationFormat>
  <Paragraphs>298</Paragraphs>
  <Slides>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4" baseType="lpstr">
      <vt:lpstr>等线</vt:lpstr>
      <vt:lpstr>微软雅黑</vt:lpstr>
      <vt:lpstr>Arial</vt:lpstr>
      <vt:lpstr>Cambria Math</vt:lpstr>
      <vt:lpstr>Courier New</vt:lpstr>
      <vt:lpstr>JetBrains Mono</vt:lpstr>
      <vt:lpstr>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王晨阳</dc:creator>
  <cp:lastModifiedBy>晨阳 王</cp:lastModifiedBy>
  <cp:revision>299</cp:revision>
  <dcterms:created xsi:type="dcterms:W3CDTF">2025-07-12T06:23:34Z</dcterms:created>
  <dcterms:modified xsi:type="dcterms:W3CDTF">2025-11-19T15:36:58Z</dcterms:modified>
</cp:coreProperties>
</file>